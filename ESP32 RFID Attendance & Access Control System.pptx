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0"/>
  </p:notesMasterIdLst>
  <p:handoutMasterIdLst>
    <p:handoutMasterId r:id="rId21"/>
  </p:handoutMasterIdLst>
  <p:sldIdLst>
    <p:sldId id="257" r:id="rId5"/>
    <p:sldId id="268" r:id="rId6"/>
    <p:sldId id="267" r:id="rId7"/>
    <p:sldId id="269" r:id="rId8"/>
    <p:sldId id="270" r:id="rId9"/>
    <p:sldId id="259" r:id="rId10"/>
    <p:sldId id="261" r:id="rId11"/>
    <p:sldId id="262" r:id="rId12"/>
    <p:sldId id="263" r:id="rId13"/>
    <p:sldId id="271" r:id="rId14"/>
    <p:sldId id="265" r:id="rId15"/>
    <p:sldId id="272" r:id="rId16"/>
    <p:sldId id="273" r:id="rId17"/>
    <p:sldId id="274" r:id="rId18"/>
    <p:sldId id="275" r:id="rId19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 varScale="1">
        <p:scale>
          <a:sx n="112" d="100"/>
          <a:sy n="112" d="100"/>
        </p:scale>
        <p:origin x="552" y="96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3" Type="http://schemas.openxmlformats.org/officeDocument/2006/relationships/image" Target="../media/image4.jpg"/><Relationship Id="rId7" Type="http://schemas.openxmlformats.org/officeDocument/2006/relationships/image" Target="../media/image8.png"/><Relationship Id="rId2" Type="http://schemas.openxmlformats.org/officeDocument/2006/relationships/image" Target="../media/image3.jpg"/><Relationship Id="rId1" Type="http://schemas.openxmlformats.org/officeDocument/2006/relationships/image" Target="../media/image2.jpg"/><Relationship Id="rId6" Type="http://schemas.openxmlformats.org/officeDocument/2006/relationships/image" Target="../media/image7.jpg"/><Relationship Id="rId5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diagrams/_rels/data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fif"/><Relationship Id="rId1" Type="http://schemas.openxmlformats.org/officeDocument/2006/relationships/image" Target="../media/image14.jfif"/><Relationship Id="rId5" Type="http://schemas.openxmlformats.org/officeDocument/2006/relationships/image" Target="../media/image18.jpg"/><Relationship Id="rId4" Type="http://schemas.openxmlformats.org/officeDocument/2006/relationships/image" Target="../media/image17.png"/></Relationships>
</file>

<file path=ppt/diagrams/_rels/data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image" Target="../media/image19.jp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3" Type="http://schemas.openxmlformats.org/officeDocument/2006/relationships/image" Target="../media/image4.jpg"/><Relationship Id="rId7" Type="http://schemas.openxmlformats.org/officeDocument/2006/relationships/image" Target="../media/image8.png"/><Relationship Id="rId2" Type="http://schemas.openxmlformats.org/officeDocument/2006/relationships/image" Target="../media/image3.jpg"/><Relationship Id="rId1" Type="http://schemas.openxmlformats.org/officeDocument/2006/relationships/image" Target="../media/image2.jpg"/><Relationship Id="rId6" Type="http://schemas.openxmlformats.org/officeDocument/2006/relationships/image" Target="../media/image7.jpg"/><Relationship Id="rId5" Type="http://schemas.openxmlformats.org/officeDocument/2006/relationships/image" Target="../media/image6.png"/><Relationship Id="rId4" Type="http://schemas.openxmlformats.org/officeDocument/2006/relationships/image" Target="../media/image5.jpg"/></Relationships>
</file>

<file path=ppt/diagrams/_rels/drawing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fif"/><Relationship Id="rId1" Type="http://schemas.openxmlformats.org/officeDocument/2006/relationships/image" Target="../media/image14.jfif"/><Relationship Id="rId5" Type="http://schemas.openxmlformats.org/officeDocument/2006/relationships/image" Target="../media/image18.jpg"/><Relationship Id="rId4" Type="http://schemas.openxmlformats.org/officeDocument/2006/relationships/image" Target="../media/image17.png"/></Relationships>
</file>

<file path=ppt/diagrams/_rels/drawing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0.png"/><Relationship Id="rId1" Type="http://schemas.openxmlformats.org/officeDocument/2006/relationships/image" Target="../media/image19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#3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#4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#5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#6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#7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#8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#9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#10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#1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#1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#13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#14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#15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#16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#17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#18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#19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761F063-D2B8-47C8-82DF-781DB1AE967E}" type="doc">
      <dgm:prSet loTypeId="urn:microsoft.com/office/officeart/2005/8/layout/vList2" loCatId="list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en-US"/>
        </a:p>
      </dgm:t>
    </dgm:pt>
    <dgm:pt modelId="{EA5B554A-F976-4974-BEF8-964F99E049C1}">
      <dgm:prSet custT="1"/>
      <dgm:spPr/>
      <dgm:t>
        <a:bodyPr/>
        <a:lstStyle/>
        <a:p>
          <a:pPr algn="ctr"/>
          <a:r>
            <a:rPr lang="en-US" sz="2000" dirty="0"/>
            <a:t>Project Idea and Objectives</a:t>
          </a:r>
        </a:p>
      </dgm:t>
    </dgm:pt>
    <dgm:pt modelId="{CDB72E54-CF33-4612-B68C-597370E2B277}" type="parTrans" cxnId="{28EEAFBA-C4CF-4342-BBC8-6B9CE47E5B95}">
      <dgm:prSet/>
      <dgm:spPr/>
      <dgm:t>
        <a:bodyPr/>
        <a:lstStyle/>
        <a:p>
          <a:endParaRPr lang="en-US"/>
        </a:p>
      </dgm:t>
    </dgm:pt>
    <dgm:pt modelId="{45EAEAD9-459C-4AA3-A601-010AB999C227}" type="sibTrans" cxnId="{28EEAFBA-C4CF-4342-BBC8-6B9CE47E5B95}">
      <dgm:prSet/>
      <dgm:spPr/>
      <dgm:t>
        <a:bodyPr/>
        <a:lstStyle/>
        <a:p>
          <a:endParaRPr lang="en-US"/>
        </a:p>
      </dgm:t>
    </dgm:pt>
    <dgm:pt modelId="{4919CD1F-67D1-44EE-A6C0-049C0AF9CE2B}" type="pres">
      <dgm:prSet presAssocID="{8761F063-D2B8-47C8-82DF-781DB1AE967E}" presName="linear" presStyleCnt="0">
        <dgm:presLayoutVars>
          <dgm:animLvl val="lvl"/>
          <dgm:resizeHandles val="exact"/>
        </dgm:presLayoutVars>
      </dgm:prSet>
      <dgm:spPr/>
    </dgm:pt>
    <dgm:pt modelId="{EAE4FD56-2E12-460C-8FA4-24CD5A8AFDB0}" type="pres">
      <dgm:prSet presAssocID="{EA5B554A-F976-4974-BEF8-964F99E049C1}" presName="parentText" presStyleLbl="node1" presStyleIdx="0" presStyleCnt="1" custLinFactNeighborX="-7899" custLinFactNeighborY="-11540">
        <dgm:presLayoutVars>
          <dgm:chMax val="0"/>
          <dgm:bulletEnabled val="1"/>
        </dgm:presLayoutVars>
      </dgm:prSet>
      <dgm:spPr/>
    </dgm:pt>
  </dgm:ptLst>
  <dgm:cxnLst>
    <dgm:cxn modelId="{10E00644-4608-4574-9C59-A75EF8EF507F}" type="presOf" srcId="{EA5B554A-F976-4974-BEF8-964F99E049C1}" destId="{EAE4FD56-2E12-460C-8FA4-24CD5A8AFDB0}" srcOrd="0" destOrd="0" presId="urn:microsoft.com/office/officeart/2005/8/layout/vList2"/>
    <dgm:cxn modelId="{671F969B-2140-4EF2-865C-C3E3763A108F}" type="presOf" srcId="{8761F063-D2B8-47C8-82DF-781DB1AE967E}" destId="{4919CD1F-67D1-44EE-A6C0-049C0AF9CE2B}" srcOrd="0" destOrd="0" presId="urn:microsoft.com/office/officeart/2005/8/layout/vList2"/>
    <dgm:cxn modelId="{28EEAFBA-C4CF-4342-BBC8-6B9CE47E5B95}" srcId="{8761F063-D2B8-47C8-82DF-781DB1AE967E}" destId="{EA5B554A-F976-4974-BEF8-964F99E049C1}" srcOrd="0" destOrd="0" parTransId="{CDB72E54-CF33-4612-B68C-597370E2B277}" sibTransId="{45EAEAD9-459C-4AA3-A601-010AB999C227}"/>
    <dgm:cxn modelId="{E0C62D5A-5249-4250-8472-6D0F536D50DD}" type="presParOf" srcId="{4919CD1F-67D1-44EE-A6C0-049C0AF9CE2B}" destId="{EAE4FD56-2E12-460C-8FA4-24CD5A8AFDB0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85E8402-C8FE-4E35-B237-A9B29D668539}" type="doc">
      <dgm:prSet loTypeId="urn:microsoft.com/office/officeart/2005/8/layout/chevron1" loCatId="process" qsTypeId="urn:microsoft.com/office/officeart/2005/8/quickstyle/simple1#2" qsCatId="simple" csTypeId="urn:microsoft.com/office/officeart/2005/8/colors/accent1_2#2" csCatId="accent1" phldr="1"/>
      <dgm:spPr/>
    </dgm:pt>
    <dgm:pt modelId="{CF3E690D-037C-4C09-A061-992E805154BF}">
      <dgm:prSet phldrT="[Text]"/>
      <dgm:spPr/>
      <dgm:t>
        <a:bodyPr/>
        <a:lstStyle/>
        <a:p>
          <a:pPr>
            <a:buNone/>
          </a:pPr>
          <a:r>
            <a:rPr lang="en-US" dirty="0"/>
            <a:t>RFID </a:t>
          </a:r>
        </a:p>
      </dgm:t>
    </dgm:pt>
    <dgm:pt modelId="{6CD13D84-9C08-466A-8C52-73C8701A5778}" type="parTrans" cxnId="{438C8C8C-559F-46BE-AAF9-5D8E677C7319}">
      <dgm:prSet/>
      <dgm:spPr/>
      <dgm:t>
        <a:bodyPr/>
        <a:lstStyle/>
        <a:p>
          <a:endParaRPr lang="en-US"/>
        </a:p>
      </dgm:t>
    </dgm:pt>
    <dgm:pt modelId="{A39CB4EC-899F-4196-A54C-A4FECB7FCF3C}" type="sibTrans" cxnId="{438C8C8C-559F-46BE-AAF9-5D8E677C7319}">
      <dgm:prSet/>
      <dgm:spPr/>
      <dgm:t>
        <a:bodyPr/>
        <a:lstStyle/>
        <a:p>
          <a:endParaRPr lang="en-US"/>
        </a:p>
      </dgm:t>
    </dgm:pt>
    <dgm:pt modelId="{4B97DB29-447F-46BA-8A8D-955DB26FAA3F}">
      <dgm:prSet phldrT="[Text]"/>
      <dgm:spPr/>
      <dgm:t>
        <a:bodyPr/>
        <a:lstStyle/>
        <a:p>
          <a:pPr>
            <a:buNone/>
          </a:pPr>
          <a:r>
            <a:rPr lang="en-US" dirty="0" err="1"/>
            <a:t>ESP32</a:t>
          </a:r>
          <a:r>
            <a:rPr lang="en-US" dirty="0"/>
            <a:t> </a:t>
          </a:r>
        </a:p>
      </dgm:t>
    </dgm:pt>
    <dgm:pt modelId="{5FE035AF-D0CA-4541-BA6F-05BD35189582}" type="parTrans" cxnId="{FD9630D5-9FA2-45ED-A759-0B349C34BF78}">
      <dgm:prSet/>
      <dgm:spPr/>
      <dgm:t>
        <a:bodyPr/>
        <a:lstStyle/>
        <a:p>
          <a:endParaRPr lang="en-US"/>
        </a:p>
      </dgm:t>
    </dgm:pt>
    <dgm:pt modelId="{058ED684-9001-4693-A782-9937EC20E9FF}" type="sibTrans" cxnId="{FD9630D5-9FA2-45ED-A759-0B349C34BF78}">
      <dgm:prSet/>
      <dgm:spPr/>
      <dgm:t>
        <a:bodyPr/>
        <a:lstStyle/>
        <a:p>
          <a:endParaRPr lang="en-US"/>
        </a:p>
      </dgm:t>
    </dgm:pt>
    <dgm:pt modelId="{4560AC7E-2C51-478C-9F8D-63832CED683C}">
      <dgm:prSet phldrT="[Text]"/>
      <dgm:spPr/>
      <dgm:t>
        <a:bodyPr/>
        <a:lstStyle/>
        <a:p>
          <a:pPr>
            <a:buNone/>
          </a:pPr>
          <a:r>
            <a:rPr lang="en-US" dirty="0"/>
            <a:t>Attendance / Relay / Server </a:t>
          </a:r>
        </a:p>
      </dgm:t>
    </dgm:pt>
    <dgm:pt modelId="{C48D4E42-94BF-4D16-AFC3-0E0A1005E883}" type="parTrans" cxnId="{5AC06680-AA6A-43CD-A6D2-A14E1033F7E7}">
      <dgm:prSet/>
      <dgm:spPr/>
      <dgm:t>
        <a:bodyPr/>
        <a:lstStyle/>
        <a:p>
          <a:endParaRPr lang="en-US"/>
        </a:p>
      </dgm:t>
    </dgm:pt>
    <dgm:pt modelId="{DE288984-28CA-48A7-B156-EB5C1DF24B8E}" type="sibTrans" cxnId="{5AC06680-AA6A-43CD-A6D2-A14E1033F7E7}">
      <dgm:prSet/>
      <dgm:spPr/>
      <dgm:t>
        <a:bodyPr/>
        <a:lstStyle/>
        <a:p>
          <a:endParaRPr lang="en-US"/>
        </a:p>
      </dgm:t>
    </dgm:pt>
    <dgm:pt modelId="{5AE576B5-DB3F-4AEB-A90D-BEAC7911CECD}" type="pres">
      <dgm:prSet presAssocID="{985E8402-C8FE-4E35-B237-A9B29D668539}" presName="Name0" presStyleCnt="0">
        <dgm:presLayoutVars>
          <dgm:dir/>
          <dgm:animLvl val="lvl"/>
          <dgm:resizeHandles val="exact"/>
        </dgm:presLayoutVars>
      </dgm:prSet>
      <dgm:spPr/>
    </dgm:pt>
    <dgm:pt modelId="{DF6E67ED-7C1E-422F-BEF5-0C2CDF972E40}" type="pres">
      <dgm:prSet presAssocID="{CF3E690D-037C-4C09-A061-992E805154BF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982FE030-87C1-4334-95E9-353AEDB10276}" type="pres">
      <dgm:prSet presAssocID="{A39CB4EC-899F-4196-A54C-A4FECB7FCF3C}" presName="parTxOnlySpace" presStyleCnt="0"/>
      <dgm:spPr/>
    </dgm:pt>
    <dgm:pt modelId="{1EA577DF-9BC6-4153-B5B0-E5A167BCCE01}" type="pres">
      <dgm:prSet presAssocID="{4B97DB29-447F-46BA-8A8D-955DB26FAA3F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57955B94-393C-4E19-B9E1-4E3B34512359}" type="pres">
      <dgm:prSet presAssocID="{058ED684-9001-4693-A782-9937EC20E9FF}" presName="parTxOnlySpace" presStyleCnt="0"/>
      <dgm:spPr/>
    </dgm:pt>
    <dgm:pt modelId="{E3917093-4093-4B4D-91FB-AC0950309904}" type="pres">
      <dgm:prSet presAssocID="{4560AC7E-2C51-478C-9F8D-63832CED683C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F6FEAB08-53D5-4BE7-BD2A-7E0955EA244B}" type="presOf" srcId="{985E8402-C8FE-4E35-B237-A9B29D668539}" destId="{5AE576B5-DB3F-4AEB-A90D-BEAC7911CECD}" srcOrd="0" destOrd="0" presId="urn:microsoft.com/office/officeart/2005/8/layout/chevron1"/>
    <dgm:cxn modelId="{FA3AF44D-E6EE-4B79-8D35-A99B6A741446}" type="presOf" srcId="{4B97DB29-447F-46BA-8A8D-955DB26FAA3F}" destId="{1EA577DF-9BC6-4153-B5B0-E5A167BCCE01}" srcOrd="0" destOrd="0" presId="urn:microsoft.com/office/officeart/2005/8/layout/chevron1"/>
    <dgm:cxn modelId="{5AC06680-AA6A-43CD-A6D2-A14E1033F7E7}" srcId="{985E8402-C8FE-4E35-B237-A9B29D668539}" destId="{4560AC7E-2C51-478C-9F8D-63832CED683C}" srcOrd="2" destOrd="0" parTransId="{C48D4E42-94BF-4D16-AFC3-0E0A1005E883}" sibTransId="{DE288984-28CA-48A7-B156-EB5C1DF24B8E}"/>
    <dgm:cxn modelId="{438C8C8C-559F-46BE-AAF9-5D8E677C7319}" srcId="{985E8402-C8FE-4E35-B237-A9B29D668539}" destId="{CF3E690D-037C-4C09-A061-992E805154BF}" srcOrd="0" destOrd="0" parTransId="{6CD13D84-9C08-466A-8C52-73C8701A5778}" sibTransId="{A39CB4EC-899F-4196-A54C-A4FECB7FCF3C}"/>
    <dgm:cxn modelId="{201263D0-B5DA-4E98-BE43-3B810F364180}" type="presOf" srcId="{CF3E690D-037C-4C09-A061-992E805154BF}" destId="{DF6E67ED-7C1E-422F-BEF5-0C2CDF972E40}" srcOrd="0" destOrd="0" presId="urn:microsoft.com/office/officeart/2005/8/layout/chevron1"/>
    <dgm:cxn modelId="{FD9630D5-9FA2-45ED-A759-0B349C34BF78}" srcId="{985E8402-C8FE-4E35-B237-A9B29D668539}" destId="{4B97DB29-447F-46BA-8A8D-955DB26FAA3F}" srcOrd="1" destOrd="0" parTransId="{5FE035AF-D0CA-4541-BA6F-05BD35189582}" sibTransId="{058ED684-9001-4693-A782-9937EC20E9FF}"/>
    <dgm:cxn modelId="{7CE91AFE-37BE-4F74-A33B-6D1B5AAF652D}" type="presOf" srcId="{4560AC7E-2C51-478C-9F8D-63832CED683C}" destId="{E3917093-4093-4B4D-91FB-AC0950309904}" srcOrd="0" destOrd="0" presId="urn:microsoft.com/office/officeart/2005/8/layout/chevron1"/>
    <dgm:cxn modelId="{47BA1EB0-346C-45E1-94CF-5C47755B3436}" type="presParOf" srcId="{5AE576B5-DB3F-4AEB-A90D-BEAC7911CECD}" destId="{DF6E67ED-7C1E-422F-BEF5-0C2CDF972E40}" srcOrd="0" destOrd="0" presId="urn:microsoft.com/office/officeart/2005/8/layout/chevron1"/>
    <dgm:cxn modelId="{51F30282-BAD2-4273-A941-3DB0312384EE}" type="presParOf" srcId="{5AE576B5-DB3F-4AEB-A90D-BEAC7911CECD}" destId="{982FE030-87C1-4334-95E9-353AEDB10276}" srcOrd="1" destOrd="0" presId="urn:microsoft.com/office/officeart/2005/8/layout/chevron1"/>
    <dgm:cxn modelId="{8DB26EDD-721B-4561-B73C-4E9993AFC649}" type="presParOf" srcId="{5AE576B5-DB3F-4AEB-A90D-BEAC7911CECD}" destId="{1EA577DF-9BC6-4153-B5B0-E5A167BCCE01}" srcOrd="2" destOrd="0" presId="urn:microsoft.com/office/officeart/2005/8/layout/chevron1"/>
    <dgm:cxn modelId="{D66C9E10-EED6-464A-9DAB-6E38E3B2D8AA}" type="presParOf" srcId="{5AE576B5-DB3F-4AEB-A90D-BEAC7911CECD}" destId="{57955B94-393C-4E19-B9E1-4E3B34512359}" srcOrd="3" destOrd="0" presId="urn:microsoft.com/office/officeart/2005/8/layout/chevron1"/>
    <dgm:cxn modelId="{C2919E2E-10DA-4439-A2B8-55EC6E37BF3E}" type="presParOf" srcId="{5AE576B5-DB3F-4AEB-A90D-BEAC7911CECD}" destId="{E3917093-4093-4B4D-91FB-AC0950309904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9D1844E-0535-4225-A412-6BA4A3BFF3F8}" type="doc">
      <dgm:prSet loTypeId="urn:microsoft.com/office/officeart/2005/8/layout/hierarchy6" loCatId="hierarchy" qsTypeId="urn:microsoft.com/office/officeart/2005/8/quickstyle/simple1#3" qsCatId="simple" csTypeId="urn:microsoft.com/office/officeart/2005/8/colors/accent1_2#3" csCatId="accent1" phldr="1"/>
      <dgm:spPr/>
      <dgm:t>
        <a:bodyPr/>
        <a:lstStyle/>
        <a:p>
          <a:endParaRPr lang="en-US"/>
        </a:p>
      </dgm:t>
    </dgm:pt>
    <dgm:pt modelId="{12A713A1-D6E1-4A64-A62B-E8079C0B978D}">
      <dgm:prSet phldrT="[Text]" phldr="0"/>
      <dgm:spPr/>
      <dgm:t>
        <a:bodyPr/>
        <a:lstStyle/>
        <a:p>
          <a:r>
            <a:rPr lang="en-US" dirty="0"/>
            <a:t>RFID CARD</a:t>
          </a:r>
        </a:p>
      </dgm:t>
    </dgm:pt>
    <dgm:pt modelId="{F90BC9D8-8B1C-4C5A-9886-0582FE522A35}" type="parTrans" cxnId="{65590BBA-8053-43DC-97C0-57F7A7FBCA94}">
      <dgm:prSet/>
      <dgm:spPr/>
      <dgm:t>
        <a:bodyPr/>
        <a:lstStyle/>
        <a:p>
          <a:endParaRPr lang="en-US"/>
        </a:p>
      </dgm:t>
    </dgm:pt>
    <dgm:pt modelId="{42F34EC9-B5A9-4D8A-8F22-14F0CA0146FB}" type="sibTrans" cxnId="{65590BBA-8053-43DC-97C0-57F7A7FBCA94}">
      <dgm:prSet/>
      <dgm:spPr/>
      <dgm:t>
        <a:bodyPr/>
        <a:lstStyle/>
        <a:p>
          <a:endParaRPr lang="en-US"/>
        </a:p>
      </dgm:t>
    </dgm:pt>
    <dgm:pt modelId="{A19C5045-4F65-4711-86ED-41CA18A2B614}">
      <dgm:prSet phldrT="[Text]" phldr="0"/>
      <dgm:spPr/>
      <dgm:t>
        <a:bodyPr/>
        <a:lstStyle/>
        <a:p>
          <a:r>
            <a:rPr lang="en-US" dirty="0" err="1"/>
            <a:t>MFRC522</a:t>
          </a:r>
          <a:endParaRPr lang="en-US" dirty="0"/>
        </a:p>
      </dgm:t>
    </dgm:pt>
    <dgm:pt modelId="{8114331C-C930-4CC3-B33F-58B0D3D71440}" type="parTrans" cxnId="{1309188D-78F0-4B94-A668-F905B0F94872}">
      <dgm:prSet/>
      <dgm:spPr/>
      <dgm:t>
        <a:bodyPr/>
        <a:lstStyle/>
        <a:p>
          <a:endParaRPr lang="en-US"/>
        </a:p>
      </dgm:t>
    </dgm:pt>
    <dgm:pt modelId="{0F228B0D-207B-4118-973E-5CAD02F1CD09}" type="sibTrans" cxnId="{1309188D-78F0-4B94-A668-F905B0F94872}">
      <dgm:prSet/>
      <dgm:spPr/>
      <dgm:t>
        <a:bodyPr/>
        <a:lstStyle/>
        <a:p>
          <a:endParaRPr lang="en-US"/>
        </a:p>
      </dgm:t>
    </dgm:pt>
    <dgm:pt modelId="{DB2CCECB-871A-4C80-AD1E-461482BD2C29}">
      <dgm:prSet phldrT="[Text]"/>
      <dgm:spPr/>
      <dgm:t>
        <a:bodyPr/>
        <a:lstStyle/>
        <a:p>
          <a:r>
            <a:rPr lang="en-US" dirty="0" err="1"/>
            <a:t>ESP32</a:t>
          </a:r>
          <a:endParaRPr lang="en-US" dirty="0"/>
        </a:p>
      </dgm:t>
    </dgm:pt>
    <dgm:pt modelId="{B973073F-0945-4153-AAE0-A33FEB33F316}" type="parTrans" cxnId="{66316C98-E4F1-4DC6-9B1C-3E81F8CF1C4D}">
      <dgm:prSet/>
      <dgm:spPr/>
      <dgm:t>
        <a:bodyPr/>
        <a:lstStyle/>
        <a:p>
          <a:endParaRPr lang="en-US"/>
        </a:p>
      </dgm:t>
    </dgm:pt>
    <dgm:pt modelId="{64F705B5-4641-4389-B557-5D181B4B9DAC}" type="sibTrans" cxnId="{66316C98-E4F1-4DC6-9B1C-3E81F8CF1C4D}">
      <dgm:prSet/>
      <dgm:spPr/>
      <dgm:t>
        <a:bodyPr/>
        <a:lstStyle/>
        <a:p>
          <a:endParaRPr lang="en-US"/>
        </a:p>
      </dgm:t>
    </dgm:pt>
    <dgm:pt modelId="{F344A729-4FD4-436C-B29F-A840E03BAF0D}">
      <dgm:prSet phldrT="[Text]"/>
      <dgm:spPr/>
      <dgm:t>
        <a:bodyPr/>
        <a:lstStyle/>
        <a:p>
          <a:r>
            <a:rPr lang="en-US" dirty="0"/>
            <a:t>OLED</a:t>
          </a:r>
        </a:p>
      </dgm:t>
    </dgm:pt>
    <dgm:pt modelId="{5978D3A8-AE11-4DC1-88D0-988D129F49EF}" type="parTrans" cxnId="{F2621530-E108-4AC5-BCCF-F2DE3308A196}">
      <dgm:prSet/>
      <dgm:spPr/>
      <dgm:t>
        <a:bodyPr/>
        <a:lstStyle/>
        <a:p>
          <a:endParaRPr lang="en-US"/>
        </a:p>
      </dgm:t>
    </dgm:pt>
    <dgm:pt modelId="{4166A55C-6268-4432-893F-F68ED6FBCF36}" type="sibTrans" cxnId="{F2621530-E108-4AC5-BCCF-F2DE3308A196}">
      <dgm:prSet/>
      <dgm:spPr/>
      <dgm:t>
        <a:bodyPr/>
        <a:lstStyle/>
        <a:p>
          <a:endParaRPr lang="en-US"/>
        </a:p>
      </dgm:t>
    </dgm:pt>
    <dgm:pt modelId="{846D8101-2AEF-464D-BA63-7C0E39F4D041}">
      <dgm:prSet phldrT="[Text]" phldr="0"/>
      <dgm:spPr/>
      <dgm:t>
        <a:bodyPr/>
        <a:lstStyle/>
        <a:p>
          <a:r>
            <a:rPr lang="en-US" dirty="0"/>
            <a:t>Relay</a:t>
          </a:r>
        </a:p>
      </dgm:t>
    </dgm:pt>
    <dgm:pt modelId="{AB7B8AC1-82DB-49F9-8676-681989C64BBF}" type="parTrans" cxnId="{DFCA825A-E45C-4F1C-A54D-26A7CDFACE93}">
      <dgm:prSet/>
      <dgm:spPr/>
      <dgm:t>
        <a:bodyPr/>
        <a:lstStyle/>
        <a:p>
          <a:endParaRPr lang="en-US"/>
        </a:p>
      </dgm:t>
    </dgm:pt>
    <dgm:pt modelId="{CFAD10D3-2629-4973-9D86-0DEFD51A530C}" type="sibTrans" cxnId="{DFCA825A-E45C-4F1C-A54D-26A7CDFACE93}">
      <dgm:prSet/>
      <dgm:spPr/>
      <dgm:t>
        <a:bodyPr/>
        <a:lstStyle/>
        <a:p>
          <a:endParaRPr lang="en-US"/>
        </a:p>
      </dgm:t>
    </dgm:pt>
    <dgm:pt modelId="{529EB0B4-83A1-43B8-B060-BF329EDF4A4D}">
      <dgm:prSet phldrT="[Text]" phldr="0"/>
      <dgm:spPr/>
      <dgm:t>
        <a:bodyPr/>
        <a:lstStyle/>
        <a:p>
          <a:r>
            <a:rPr lang="en-US" dirty="0"/>
            <a:t>WIFI</a:t>
          </a:r>
        </a:p>
      </dgm:t>
    </dgm:pt>
    <dgm:pt modelId="{1F27D388-3490-42D5-B894-94C44E3FAB5A}" type="parTrans" cxnId="{E96F33BF-90AF-4364-953D-F4D909643117}">
      <dgm:prSet/>
      <dgm:spPr/>
      <dgm:t>
        <a:bodyPr/>
        <a:lstStyle/>
        <a:p>
          <a:endParaRPr lang="en-US"/>
        </a:p>
      </dgm:t>
    </dgm:pt>
    <dgm:pt modelId="{6B0FECEF-3C15-4962-B180-B43C2054C28D}" type="sibTrans" cxnId="{E96F33BF-90AF-4364-953D-F4D909643117}">
      <dgm:prSet/>
      <dgm:spPr/>
      <dgm:t>
        <a:bodyPr/>
        <a:lstStyle/>
        <a:p>
          <a:endParaRPr lang="en-US"/>
        </a:p>
      </dgm:t>
    </dgm:pt>
    <dgm:pt modelId="{7C8F0972-914D-42FF-B8ED-8FCEE1E00BA0}">
      <dgm:prSet phldrT="[Text]"/>
      <dgm:spPr/>
      <dgm:t>
        <a:bodyPr/>
        <a:lstStyle/>
        <a:p>
          <a:r>
            <a:rPr lang="en-US" dirty="0"/>
            <a:t>Display</a:t>
          </a:r>
        </a:p>
      </dgm:t>
    </dgm:pt>
    <dgm:pt modelId="{5E6A4CC8-6B85-4146-A0F6-271A359C8628}" type="parTrans" cxnId="{3729DCF0-E77C-4108-B9BF-2496647CC943}">
      <dgm:prSet/>
      <dgm:spPr/>
      <dgm:t>
        <a:bodyPr/>
        <a:lstStyle/>
        <a:p>
          <a:endParaRPr lang="en-US"/>
        </a:p>
      </dgm:t>
    </dgm:pt>
    <dgm:pt modelId="{F7EBD802-FDE3-4DD1-B98D-51AECE120F86}" type="sibTrans" cxnId="{3729DCF0-E77C-4108-B9BF-2496647CC943}">
      <dgm:prSet/>
      <dgm:spPr/>
      <dgm:t>
        <a:bodyPr/>
        <a:lstStyle/>
        <a:p>
          <a:endParaRPr lang="en-US"/>
        </a:p>
      </dgm:t>
    </dgm:pt>
    <dgm:pt modelId="{F175BED5-1FEB-498C-B53F-909A0C51D0A9}">
      <dgm:prSet phldrT="[Text]" phldr="0"/>
      <dgm:spPr/>
      <dgm:t>
        <a:bodyPr/>
        <a:lstStyle/>
        <a:p>
          <a:r>
            <a:rPr lang="en-US" dirty="0"/>
            <a:t>Access</a:t>
          </a:r>
        </a:p>
      </dgm:t>
    </dgm:pt>
    <dgm:pt modelId="{4DBFAD3D-1F26-4A2F-A19D-DF8DEC4C3F44}" type="parTrans" cxnId="{E97EFB31-F906-4B6D-8A91-ED8C38E7C7E8}">
      <dgm:prSet/>
      <dgm:spPr/>
      <dgm:t>
        <a:bodyPr/>
        <a:lstStyle/>
        <a:p>
          <a:endParaRPr lang="en-US"/>
        </a:p>
      </dgm:t>
    </dgm:pt>
    <dgm:pt modelId="{E9C9D664-BF02-471E-AA23-97E98EB78CC5}" type="sibTrans" cxnId="{E97EFB31-F906-4B6D-8A91-ED8C38E7C7E8}">
      <dgm:prSet/>
      <dgm:spPr/>
      <dgm:t>
        <a:bodyPr/>
        <a:lstStyle/>
        <a:p>
          <a:endParaRPr lang="en-US"/>
        </a:p>
      </dgm:t>
    </dgm:pt>
    <dgm:pt modelId="{43F36D2B-C139-4E0A-8852-5F2FF54179CD}">
      <dgm:prSet phldrT="[Text]" phldr="0"/>
      <dgm:spPr/>
      <dgm:t>
        <a:bodyPr/>
        <a:lstStyle/>
        <a:p>
          <a:r>
            <a:rPr lang="en-US" dirty="0"/>
            <a:t>PHP Server</a:t>
          </a:r>
        </a:p>
      </dgm:t>
    </dgm:pt>
    <dgm:pt modelId="{BF2F8329-AC0F-49B3-B4A3-A04503964D32}" type="parTrans" cxnId="{C7FDF950-A197-4B98-9A63-DFAA823B630A}">
      <dgm:prSet/>
      <dgm:spPr/>
      <dgm:t>
        <a:bodyPr/>
        <a:lstStyle/>
        <a:p>
          <a:endParaRPr lang="en-US"/>
        </a:p>
      </dgm:t>
    </dgm:pt>
    <dgm:pt modelId="{5A197EB3-62FC-416B-952A-0A68DED5D16C}" type="sibTrans" cxnId="{C7FDF950-A197-4B98-9A63-DFAA823B630A}">
      <dgm:prSet/>
      <dgm:spPr/>
      <dgm:t>
        <a:bodyPr/>
        <a:lstStyle/>
        <a:p>
          <a:endParaRPr lang="en-US"/>
        </a:p>
      </dgm:t>
    </dgm:pt>
    <dgm:pt modelId="{740C4CB4-BED4-4D83-96C9-CD931FC7EF2A}">
      <dgm:prSet phldrT="[Text]"/>
      <dgm:spPr/>
      <dgm:t>
        <a:bodyPr/>
        <a:lstStyle/>
        <a:p>
          <a:r>
            <a:rPr lang="en-US" dirty="0"/>
            <a:t>CSV File</a:t>
          </a:r>
        </a:p>
      </dgm:t>
    </dgm:pt>
    <dgm:pt modelId="{A0A11163-E493-4588-BFB2-5CC7C7FB1325}" type="parTrans" cxnId="{E34824F0-E4B8-4573-849D-E272F0E0B684}">
      <dgm:prSet/>
      <dgm:spPr/>
      <dgm:t>
        <a:bodyPr/>
        <a:lstStyle/>
        <a:p>
          <a:endParaRPr lang="en-US"/>
        </a:p>
      </dgm:t>
    </dgm:pt>
    <dgm:pt modelId="{52EA131B-F82F-47E4-BAD2-6D6D5A1184EE}" type="sibTrans" cxnId="{E34824F0-E4B8-4573-849D-E272F0E0B684}">
      <dgm:prSet/>
      <dgm:spPr/>
      <dgm:t>
        <a:bodyPr/>
        <a:lstStyle/>
        <a:p>
          <a:endParaRPr lang="en-US"/>
        </a:p>
      </dgm:t>
    </dgm:pt>
    <dgm:pt modelId="{7DFD0547-EE80-419B-9918-210978DC7DD2}" type="pres">
      <dgm:prSet presAssocID="{F9D1844E-0535-4225-A412-6BA4A3BFF3F8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5D693FD2-1AE0-4B92-8C71-84616A61C0DB}" type="pres">
      <dgm:prSet presAssocID="{F9D1844E-0535-4225-A412-6BA4A3BFF3F8}" presName="hierFlow" presStyleCnt="0"/>
      <dgm:spPr/>
    </dgm:pt>
    <dgm:pt modelId="{CC6269B8-4FC8-40A4-B680-F1F6D89B1473}" type="pres">
      <dgm:prSet presAssocID="{F9D1844E-0535-4225-A412-6BA4A3BFF3F8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6DBF7675-EED1-4CBA-8F04-0EB04D128E53}" type="pres">
      <dgm:prSet presAssocID="{12A713A1-D6E1-4A64-A62B-E8079C0B978D}" presName="Name14" presStyleCnt="0"/>
      <dgm:spPr/>
    </dgm:pt>
    <dgm:pt modelId="{B0175905-E302-4033-AEF3-3EC091E8CB7E}" type="pres">
      <dgm:prSet presAssocID="{12A713A1-D6E1-4A64-A62B-E8079C0B978D}" presName="level1Shape" presStyleLbl="node0" presStyleIdx="0" presStyleCnt="1">
        <dgm:presLayoutVars>
          <dgm:chPref val="3"/>
        </dgm:presLayoutVars>
      </dgm:prSet>
      <dgm:spPr/>
    </dgm:pt>
    <dgm:pt modelId="{6FF03915-A8B1-485B-88D3-F46E81D49806}" type="pres">
      <dgm:prSet presAssocID="{12A713A1-D6E1-4A64-A62B-E8079C0B978D}" presName="hierChild2" presStyleCnt="0"/>
      <dgm:spPr/>
    </dgm:pt>
    <dgm:pt modelId="{6A6F8B48-852F-44D3-92A5-D1F919AA3204}" type="pres">
      <dgm:prSet presAssocID="{8114331C-C930-4CC3-B33F-58B0D3D71440}" presName="Name19" presStyleLbl="parChTrans1D2" presStyleIdx="0" presStyleCnt="1"/>
      <dgm:spPr/>
    </dgm:pt>
    <dgm:pt modelId="{70DB97A6-4F8E-4B5E-B0DE-ECF29FE94601}" type="pres">
      <dgm:prSet presAssocID="{A19C5045-4F65-4711-86ED-41CA18A2B614}" presName="Name21" presStyleCnt="0"/>
      <dgm:spPr/>
    </dgm:pt>
    <dgm:pt modelId="{33D27A5D-EF2A-4393-85A1-39C3F590B1D7}" type="pres">
      <dgm:prSet presAssocID="{A19C5045-4F65-4711-86ED-41CA18A2B614}" presName="level2Shape" presStyleLbl="node2" presStyleIdx="0" presStyleCnt="1"/>
      <dgm:spPr/>
    </dgm:pt>
    <dgm:pt modelId="{3629C1CA-E643-4F86-86FB-44782CF688ED}" type="pres">
      <dgm:prSet presAssocID="{A19C5045-4F65-4711-86ED-41CA18A2B614}" presName="hierChild3" presStyleCnt="0"/>
      <dgm:spPr/>
    </dgm:pt>
    <dgm:pt modelId="{62B76F69-3615-4693-9B5A-9476388D93D3}" type="pres">
      <dgm:prSet presAssocID="{B973073F-0945-4153-AAE0-A33FEB33F316}" presName="Name19" presStyleLbl="parChTrans1D3" presStyleIdx="0" presStyleCnt="1"/>
      <dgm:spPr/>
    </dgm:pt>
    <dgm:pt modelId="{F46D9CD0-BF56-49C8-A268-3392B63912ED}" type="pres">
      <dgm:prSet presAssocID="{DB2CCECB-871A-4C80-AD1E-461482BD2C29}" presName="Name21" presStyleCnt="0"/>
      <dgm:spPr/>
    </dgm:pt>
    <dgm:pt modelId="{C7BFA009-2D9F-4A7A-BF48-37442504B11C}" type="pres">
      <dgm:prSet presAssocID="{DB2CCECB-871A-4C80-AD1E-461482BD2C29}" presName="level2Shape" presStyleLbl="node3" presStyleIdx="0" presStyleCnt="1"/>
      <dgm:spPr/>
    </dgm:pt>
    <dgm:pt modelId="{C0FF8D68-56C7-4205-9703-594EEDBA0803}" type="pres">
      <dgm:prSet presAssocID="{DB2CCECB-871A-4C80-AD1E-461482BD2C29}" presName="hierChild3" presStyleCnt="0"/>
      <dgm:spPr/>
    </dgm:pt>
    <dgm:pt modelId="{D7ED00F7-9AE9-407D-A10A-60519EB77ED9}" type="pres">
      <dgm:prSet presAssocID="{5978D3A8-AE11-4DC1-88D0-988D129F49EF}" presName="Name19" presStyleLbl="parChTrans1D4" presStyleIdx="0" presStyleCnt="7"/>
      <dgm:spPr/>
    </dgm:pt>
    <dgm:pt modelId="{8406134C-4F94-4A56-9B39-811CE50B750A}" type="pres">
      <dgm:prSet presAssocID="{F344A729-4FD4-436C-B29F-A840E03BAF0D}" presName="Name21" presStyleCnt="0"/>
      <dgm:spPr/>
    </dgm:pt>
    <dgm:pt modelId="{8C5D4D64-18FA-4363-852F-97B124F1A714}" type="pres">
      <dgm:prSet presAssocID="{F344A729-4FD4-436C-B29F-A840E03BAF0D}" presName="level2Shape" presStyleLbl="node4" presStyleIdx="0" presStyleCnt="7"/>
      <dgm:spPr/>
    </dgm:pt>
    <dgm:pt modelId="{E5350E5E-6E86-4535-87ED-1D2B1A4CFE16}" type="pres">
      <dgm:prSet presAssocID="{F344A729-4FD4-436C-B29F-A840E03BAF0D}" presName="hierChild3" presStyleCnt="0"/>
      <dgm:spPr/>
    </dgm:pt>
    <dgm:pt modelId="{63677527-4F3D-4DCB-A638-ED944C544916}" type="pres">
      <dgm:prSet presAssocID="{5E6A4CC8-6B85-4146-A0F6-271A359C8628}" presName="Name19" presStyleLbl="parChTrans1D4" presStyleIdx="1" presStyleCnt="7"/>
      <dgm:spPr/>
    </dgm:pt>
    <dgm:pt modelId="{0DD958E6-F53A-44FC-8793-E8F2DEE1BB3C}" type="pres">
      <dgm:prSet presAssocID="{7C8F0972-914D-42FF-B8ED-8FCEE1E00BA0}" presName="Name21" presStyleCnt="0"/>
      <dgm:spPr/>
    </dgm:pt>
    <dgm:pt modelId="{4B66191B-482B-4108-B5D8-69D6EDD2DEAD}" type="pres">
      <dgm:prSet presAssocID="{7C8F0972-914D-42FF-B8ED-8FCEE1E00BA0}" presName="level2Shape" presStyleLbl="node4" presStyleIdx="1" presStyleCnt="7"/>
      <dgm:spPr/>
    </dgm:pt>
    <dgm:pt modelId="{1B758D8F-B7F9-4E75-8669-FA25A74C13DA}" type="pres">
      <dgm:prSet presAssocID="{7C8F0972-914D-42FF-B8ED-8FCEE1E00BA0}" presName="hierChild3" presStyleCnt="0"/>
      <dgm:spPr/>
    </dgm:pt>
    <dgm:pt modelId="{5329DBBC-C348-4450-A016-F1512AEFB32F}" type="pres">
      <dgm:prSet presAssocID="{AB7B8AC1-82DB-49F9-8676-681989C64BBF}" presName="Name19" presStyleLbl="parChTrans1D4" presStyleIdx="2" presStyleCnt="7"/>
      <dgm:spPr/>
    </dgm:pt>
    <dgm:pt modelId="{405DFE6A-6C53-429A-BC38-1AAC7D0A9761}" type="pres">
      <dgm:prSet presAssocID="{846D8101-2AEF-464D-BA63-7C0E39F4D041}" presName="Name21" presStyleCnt="0"/>
      <dgm:spPr/>
    </dgm:pt>
    <dgm:pt modelId="{A619C3E7-DD72-43E5-BCD4-D78E230FA633}" type="pres">
      <dgm:prSet presAssocID="{846D8101-2AEF-464D-BA63-7C0E39F4D041}" presName="level2Shape" presStyleLbl="node4" presStyleIdx="2" presStyleCnt="7"/>
      <dgm:spPr/>
    </dgm:pt>
    <dgm:pt modelId="{133505F7-BA14-4CF6-A14A-A26A5E9BC1F5}" type="pres">
      <dgm:prSet presAssocID="{846D8101-2AEF-464D-BA63-7C0E39F4D041}" presName="hierChild3" presStyleCnt="0"/>
      <dgm:spPr/>
    </dgm:pt>
    <dgm:pt modelId="{71AD077B-1043-428F-A51C-0EBCD72C3ABC}" type="pres">
      <dgm:prSet presAssocID="{4DBFAD3D-1F26-4A2F-A19D-DF8DEC4C3F44}" presName="Name19" presStyleLbl="parChTrans1D4" presStyleIdx="3" presStyleCnt="7"/>
      <dgm:spPr/>
    </dgm:pt>
    <dgm:pt modelId="{0EF4B774-CB9E-4563-BA9B-5F9FD3C13AE6}" type="pres">
      <dgm:prSet presAssocID="{F175BED5-1FEB-498C-B53F-909A0C51D0A9}" presName="Name21" presStyleCnt="0"/>
      <dgm:spPr/>
    </dgm:pt>
    <dgm:pt modelId="{AB84629B-4B81-419A-853A-4BADC54420CD}" type="pres">
      <dgm:prSet presAssocID="{F175BED5-1FEB-498C-B53F-909A0C51D0A9}" presName="level2Shape" presStyleLbl="node4" presStyleIdx="3" presStyleCnt="7"/>
      <dgm:spPr/>
    </dgm:pt>
    <dgm:pt modelId="{8D82CF9B-1CF9-4617-8D31-0F68F5D1EE79}" type="pres">
      <dgm:prSet presAssocID="{F175BED5-1FEB-498C-B53F-909A0C51D0A9}" presName="hierChild3" presStyleCnt="0"/>
      <dgm:spPr/>
    </dgm:pt>
    <dgm:pt modelId="{41B6C5B1-E167-44E1-9D54-995640CD9771}" type="pres">
      <dgm:prSet presAssocID="{1F27D388-3490-42D5-B894-94C44E3FAB5A}" presName="Name19" presStyleLbl="parChTrans1D4" presStyleIdx="4" presStyleCnt="7"/>
      <dgm:spPr/>
    </dgm:pt>
    <dgm:pt modelId="{748154EB-2A3A-4CB0-B532-3240F16582B3}" type="pres">
      <dgm:prSet presAssocID="{529EB0B4-83A1-43B8-B060-BF329EDF4A4D}" presName="Name21" presStyleCnt="0"/>
      <dgm:spPr/>
    </dgm:pt>
    <dgm:pt modelId="{28ACC5C3-299B-46B8-8858-8E344767EC2A}" type="pres">
      <dgm:prSet presAssocID="{529EB0B4-83A1-43B8-B060-BF329EDF4A4D}" presName="level2Shape" presStyleLbl="node4" presStyleIdx="4" presStyleCnt="7"/>
      <dgm:spPr/>
    </dgm:pt>
    <dgm:pt modelId="{0F1AE076-667C-44A8-9C6A-2088F45CADE5}" type="pres">
      <dgm:prSet presAssocID="{529EB0B4-83A1-43B8-B060-BF329EDF4A4D}" presName="hierChild3" presStyleCnt="0"/>
      <dgm:spPr/>
    </dgm:pt>
    <dgm:pt modelId="{38A01D2A-FA0B-4A25-9DC4-E8232ECB06E5}" type="pres">
      <dgm:prSet presAssocID="{BF2F8329-AC0F-49B3-B4A3-A04503964D32}" presName="Name19" presStyleLbl="parChTrans1D4" presStyleIdx="5" presStyleCnt="7"/>
      <dgm:spPr/>
    </dgm:pt>
    <dgm:pt modelId="{18FEB564-27F9-4F63-ABBF-9A0C81AC8BF9}" type="pres">
      <dgm:prSet presAssocID="{43F36D2B-C139-4E0A-8852-5F2FF54179CD}" presName="Name21" presStyleCnt="0"/>
      <dgm:spPr/>
    </dgm:pt>
    <dgm:pt modelId="{A6CA707F-230F-42CF-84ED-50C7922547A9}" type="pres">
      <dgm:prSet presAssocID="{43F36D2B-C139-4E0A-8852-5F2FF54179CD}" presName="level2Shape" presStyleLbl="node4" presStyleIdx="5" presStyleCnt="7"/>
      <dgm:spPr/>
    </dgm:pt>
    <dgm:pt modelId="{AF30FC41-7216-4917-A0EE-C9764CBBC48F}" type="pres">
      <dgm:prSet presAssocID="{43F36D2B-C139-4E0A-8852-5F2FF54179CD}" presName="hierChild3" presStyleCnt="0"/>
      <dgm:spPr/>
    </dgm:pt>
    <dgm:pt modelId="{50874C59-BE1F-4E53-BE10-DBC5B900F3E5}" type="pres">
      <dgm:prSet presAssocID="{A0A11163-E493-4588-BFB2-5CC7C7FB1325}" presName="Name19" presStyleLbl="parChTrans1D4" presStyleIdx="6" presStyleCnt="7"/>
      <dgm:spPr/>
    </dgm:pt>
    <dgm:pt modelId="{FCF03AD6-09CE-468B-BBED-65DCB2F30174}" type="pres">
      <dgm:prSet presAssocID="{740C4CB4-BED4-4D83-96C9-CD931FC7EF2A}" presName="Name21" presStyleCnt="0"/>
      <dgm:spPr/>
    </dgm:pt>
    <dgm:pt modelId="{981513D1-F6A0-4557-B511-01CB5EDD9611}" type="pres">
      <dgm:prSet presAssocID="{740C4CB4-BED4-4D83-96C9-CD931FC7EF2A}" presName="level2Shape" presStyleLbl="node4" presStyleIdx="6" presStyleCnt="7"/>
      <dgm:spPr/>
    </dgm:pt>
    <dgm:pt modelId="{41FD3B02-6E61-4890-91F4-43B8C65CB589}" type="pres">
      <dgm:prSet presAssocID="{740C4CB4-BED4-4D83-96C9-CD931FC7EF2A}" presName="hierChild3" presStyleCnt="0"/>
      <dgm:spPr/>
    </dgm:pt>
    <dgm:pt modelId="{D9FC79D9-3F7A-4F4B-BE8F-B3D68C7AA993}" type="pres">
      <dgm:prSet presAssocID="{F9D1844E-0535-4225-A412-6BA4A3BFF3F8}" presName="bgShapesFlow" presStyleCnt="0"/>
      <dgm:spPr/>
    </dgm:pt>
  </dgm:ptLst>
  <dgm:cxnLst>
    <dgm:cxn modelId="{99770C05-1D75-4A39-AD20-9B48F02898C0}" type="presOf" srcId="{1F27D388-3490-42D5-B894-94C44E3FAB5A}" destId="{41B6C5B1-E167-44E1-9D54-995640CD9771}" srcOrd="0" destOrd="0" presId="urn:microsoft.com/office/officeart/2005/8/layout/hierarchy6"/>
    <dgm:cxn modelId="{1BFB7E29-435D-4116-815C-6080957A0D40}" type="presOf" srcId="{846D8101-2AEF-464D-BA63-7C0E39F4D041}" destId="{A619C3E7-DD72-43E5-BCD4-D78E230FA633}" srcOrd="0" destOrd="0" presId="urn:microsoft.com/office/officeart/2005/8/layout/hierarchy6"/>
    <dgm:cxn modelId="{06110030-8ACE-45CE-BA79-85EC279614FE}" type="presOf" srcId="{4DBFAD3D-1F26-4A2F-A19D-DF8DEC4C3F44}" destId="{71AD077B-1043-428F-A51C-0EBCD72C3ABC}" srcOrd="0" destOrd="0" presId="urn:microsoft.com/office/officeart/2005/8/layout/hierarchy6"/>
    <dgm:cxn modelId="{F2621530-E108-4AC5-BCCF-F2DE3308A196}" srcId="{DB2CCECB-871A-4C80-AD1E-461482BD2C29}" destId="{F344A729-4FD4-436C-B29F-A840E03BAF0D}" srcOrd="0" destOrd="0" parTransId="{5978D3A8-AE11-4DC1-88D0-988D129F49EF}" sibTransId="{4166A55C-6268-4432-893F-F68ED6FBCF36}"/>
    <dgm:cxn modelId="{E97EFB31-F906-4B6D-8A91-ED8C38E7C7E8}" srcId="{846D8101-2AEF-464D-BA63-7C0E39F4D041}" destId="{F175BED5-1FEB-498C-B53F-909A0C51D0A9}" srcOrd="0" destOrd="0" parTransId="{4DBFAD3D-1F26-4A2F-A19D-DF8DEC4C3F44}" sibTransId="{E9C9D664-BF02-471E-AA23-97E98EB78CC5}"/>
    <dgm:cxn modelId="{CE304060-1935-4CD7-A6D1-7F58226CD0F9}" type="presOf" srcId="{43F36D2B-C139-4E0A-8852-5F2FF54179CD}" destId="{A6CA707F-230F-42CF-84ED-50C7922547A9}" srcOrd="0" destOrd="0" presId="urn:microsoft.com/office/officeart/2005/8/layout/hierarchy6"/>
    <dgm:cxn modelId="{918CBB45-C678-4D87-9748-2188B79378D8}" type="presOf" srcId="{12A713A1-D6E1-4A64-A62B-E8079C0B978D}" destId="{B0175905-E302-4033-AEF3-3EC091E8CB7E}" srcOrd="0" destOrd="0" presId="urn:microsoft.com/office/officeart/2005/8/layout/hierarchy6"/>
    <dgm:cxn modelId="{322C574B-7D4D-43E6-AD1C-974FFB53E3F6}" type="presOf" srcId="{F9D1844E-0535-4225-A412-6BA4A3BFF3F8}" destId="{7DFD0547-EE80-419B-9918-210978DC7DD2}" srcOrd="0" destOrd="0" presId="urn:microsoft.com/office/officeart/2005/8/layout/hierarchy6"/>
    <dgm:cxn modelId="{C7FDF950-A197-4B98-9A63-DFAA823B630A}" srcId="{529EB0B4-83A1-43B8-B060-BF329EDF4A4D}" destId="{43F36D2B-C139-4E0A-8852-5F2FF54179CD}" srcOrd="0" destOrd="0" parTransId="{BF2F8329-AC0F-49B3-B4A3-A04503964D32}" sibTransId="{5A197EB3-62FC-416B-952A-0A68DED5D16C}"/>
    <dgm:cxn modelId="{87D7655A-A603-4346-A892-87232C8E3D42}" type="presOf" srcId="{5978D3A8-AE11-4DC1-88D0-988D129F49EF}" destId="{D7ED00F7-9AE9-407D-A10A-60519EB77ED9}" srcOrd="0" destOrd="0" presId="urn:microsoft.com/office/officeart/2005/8/layout/hierarchy6"/>
    <dgm:cxn modelId="{DFCA825A-E45C-4F1C-A54D-26A7CDFACE93}" srcId="{DB2CCECB-871A-4C80-AD1E-461482BD2C29}" destId="{846D8101-2AEF-464D-BA63-7C0E39F4D041}" srcOrd="1" destOrd="0" parTransId="{AB7B8AC1-82DB-49F9-8676-681989C64BBF}" sibTransId="{CFAD10D3-2629-4973-9D86-0DEFD51A530C}"/>
    <dgm:cxn modelId="{AA374D80-14BB-4544-A3A2-8EC84918D9B2}" type="presOf" srcId="{F344A729-4FD4-436C-B29F-A840E03BAF0D}" destId="{8C5D4D64-18FA-4363-852F-97B124F1A714}" srcOrd="0" destOrd="0" presId="urn:microsoft.com/office/officeart/2005/8/layout/hierarchy6"/>
    <dgm:cxn modelId="{8DFE478A-4B58-4C4F-AAEE-363C87E99D27}" type="presOf" srcId="{B973073F-0945-4153-AAE0-A33FEB33F316}" destId="{62B76F69-3615-4693-9B5A-9476388D93D3}" srcOrd="0" destOrd="0" presId="urn:microsoft.com/office/officeart/2005/8/layout/hierarchy6"/>
    <dgm:cxn modelId="{2A81C58C-D4D8-422D-9E92-B6249A97178B}" type="presOf" srcId="{8114331C-C930-4CC3-B33F-58B0D3D71440}" destId="{6A6F8B48-852F-44D3-92A5-D1F919AA3204}" srcOrd="0" destOrd="0" presId="urn:microsoft.com/office/officeart/2005/8/layout/hierarchy6"/>
    <dgm:cxn modelId="{1309188D-78F0-4B94-A668-F905B0F94872}" srcId="{12A713A1-D6E1-4A64-A62B-E8079C0B978D}" destId="{A19C5045-4F65-4711-86ED-41CA18A2B614}" srcOrd="0" destOrd="0" parTransId="{8114331C-C930-4CC3-B33F-58B0D3D71440}" sibTransId="{0F228B0D-207B-4118-973E-5CAD02F1CD09}"/>
    <dgm:cxn modelId="{CA2D5797-D56A-4FB9-8A2B-F518568B03C7}" type="presOf" srcId="{529EB0B4-83A1-43B8-B060-BF329EDF4A4D}" destId="{28ACC5C3-299B-46B8-8858-8E344767EC2A}" srcOrd="0" destOrd="0" presId="urn:microsoft.com/office/officeart/2005/8/layout/hierarchy6"/>
    <dgm:cxn modelId="{66316C98-E4F1-4DC6-9B1C-3E81F8CF1C4D}" srcId="{A19C5045-4F65-4711-86ED-41CA18A2B614}" destId="{DB2CCECB-871A-4C80-AD1E-461482BD2C29}" srcOrd="0" destOrd="0" parTransId="{B973073F-0945-4153-AAE0-A33FEB33F316}" sibTransId="{64F705B5-4641-4389-B557-5D181B4B9DAC}"/>
    <dgm:cxn modelId="{A171C79B-AB04-4C0A-8D7F-6D76A421554F}" type="presOf" srcId="{F175BED5-1FEB-498C-B53F-909A0C51D0A9}" destId="{AB84629B-4B81-419A-853A-4BADC54420CD}" srcOrd="0" destOrd="0" presId="urn:microsoft.com/office/officeart/2005/8/layout/hierarchy6"/>
    <dgm:cxn modelId="{642343A2-56B0-430A-B85F-F1A8C27A0EB1}" type="presOf" srcId="{5E6A4CC8-6B85-4146-A0F6-271A359C8628}" destId="{63677527-4F3D-4DCB-A638-ED944C544916}" srcOrd="0" destOrd="0" presId="urn:microsoft.com/office/officeart/2005/8/layout/hierarchy6"/>
    <dgm:cxn modelId="{95289AA2-EED7-4EFB-BE8C-5BEA8881ACB0}" type="presOf" srcId="{DB2CCECB-871A-4C80-AD1E-461482BD2C29}" destId="{C7BFA009-2D9F-4A7A-BF48-37442504B11C}" srcOrd="0" destOrd="0" presId="urn:microsoft.com/office/officeart/2005/8/layout/hierarchy6"/>
    <dgm:cxn modelId="{F901E1B5-2C78-41F9-AA1A-6CB3326FEEB6}" type="presOf" srcId="{A0A11163-E493-4588-BFB2-5CC7C7FB1325}" destId="{50874C59-BE1F-4E53-BE10-DBC5B900F3E5}" srcOrd="0" destOrd="0" presId="urn:microsoft.com/office/officeart/2005/8/layout/hierarchy6"/>
    <dgm:cxn modelId="{65590BBA-8053-43DC-97C0-57F7A7FBCA94}" srcId="{F9D1844E-0535-4225-A412-6BA4A3BFF3F8}" destId="{12A713A1-D6E1-4A64-A62B-E8079C0B978D}" srcOrd="0" destOrd="0" parTransId="{F90BC9D8-8B1C-4C5A-9886-0582FE522A35}" sibTransId="{42F34EC9-B5A9-4D8A-8F22-14F0CA0146FB}"/>
    <dgm:cxn modelId="{E96F33BF-90AF-4364-953D-F4D909643117}" srcId="{DB2CCECB-871A-4C80-AD1E-461482BD2C29}" destId="{529EB0B4-83A1-43B8-B060-BF329EDF4A4D}" srcOrd="2" destOrd="0" parTransId="{1F27D388-3490-42D5-B894-94C44E3FAB5A}" sibTransId="{6B0FECEF-3C15-4962-B180-B43C2054C28D}"/>
    <dgm:cxn modelId="{9C9320C2-312A-4936-A9DE-5A72D3336A8A}" type="presOf" srcId="{BF2F8329-AC0F-49B3-B4A3-A04503964D32}" destId="{38A01D2A-FA0B-4A25-9DC4-E8232ECB06E5}" srcOrd="0" destOrd="0" presId="urn:microsoft.com/office/officeart/2005/8/layout/hierarchy6"/>
    <dgm:cxn modelId="{189110DF-DA06-42C8-AE35-397C91834C77}" type="presOf" srcId="{7C8F0972-914D-42FF-B8ED-8FCEE1E00BA0}" destId="{4B66191B-482B-4108-B5D8-69D6EDD2DEAD}" srcOrd="0" destOrd="0" presId="urn:microsoft.com/office/officeart/2005/8/layout/hierarchy6"/>
    <dgm:cxn modelId="{550885E7-4C1C-4AFB-AA7B-E3ACA3E1494C}" type="presOf" srcId="{A19C5045-4F65-4711-86ED-41CA18A2B614}" destId="{33D27A5D-EF2A-4393-85A1-39C3F590B1D7}" srcOrd="0" destOrd="0" presId="urn:microsoft.com/office/officeart/2005/8/layout/hierarchy6"/>
    <dgm:cxn modelId="{E34824F0-E4B8-4573-849D-E272F0E0B684}" srcId="{43F36D2B-C139-4E0A-8852-5F2FF54179CD}" destId="{740C4CB4-BED4-4D83-96C9-CD931FC7EF2A}" srcOrd="0" destOrd="0" parTransId="{A0A11163-E493-4588-BFB2-5CC7C7FB1325}" sibTransId="{52EA131B-F82F-47E4-BAD2-6D6D5A1184EE}"/>
    <dgm:cxn modelId="{45964CF0-9FC9-4BE8-89DC-256DD461F33F}" type="presOf" srcId="{740C4CB4-BED4-4D83-96C9-CD931FC7EF2A}" destId="{981513D1-F6A0-4557-B511-01CB5EDD9611}" srcOrd="0" destOrd="0" presId="urn:microsoft.com/office/officeart/2005/8/layout/hierarchy6"/>
    <dgm:cxn modelId="{3729DCF0-E77C-4108-B9BF-2496647CC943}" srcId="{F344A729-4FD4-436C-B29F-A840E03BAF0D}" destId="{7C8F0972-914D-42FF-B8ED-8FCEE1E00BA0}" srcOrd="0" destOrd="0" parTransId="{5E6A4CC8-6B85-4146-A0F6-271A359C8628}" sibTransId="{F7EBD802-FDE3-4DD1-B98D-51AECE120F86}"/>
    <dgm:cxn modelId="{139E1CF3-70F5-4D26-95D9-8A3D062592D5}" type="presOf" srcId="{AB7B8AC1-82DB-49F9-8676-681989C64BBF}" destId="{5329DBBC-C348-4450-A016-F1512AEFB32F}" srcOrd="0" destOrd="0" presId="urn:microsoft.com/office/officeart/2005/8/layout/hierarchy6"/>
    <dgm:cxn modelId="{04B3521F-C4D1-4128-81B3-A82490439D09}" type="presParOf" srcId="{7DFD0547-EE80-419B-9918-210978DC7DD2}" destId="{5D693FD2-1AE0-4B92-8C71-84616A61C0DB}" srcOrd="0" destOrd="0" presId="urn:microsoft.com/office/officeart/2005/8/layout/hierarchy6"/>
    <dgm:cxn modelId="{0BF939C1-9CEF-41F6-8E1B-39FB223C3603}" type="presParOf" srcId="{5D693FD2-1AE0-4B92-8C71-84616A61C0DB}" destId="{CC6269B8-4FC8-40A4-B680-F1F6D89B1473}" srcOrd="0" destOrd="0" presId="urn:microsoft.com/office/officeart/2005/8/layout/hierarchy6"/>
    <dgm:cxn modelId="{3B33FEEA-0A4E-4BB4-A6B5-9C0D855AFC79}" type="presParOf" srcId="{CC6269B8-4FC8-40A4-B680-F1F6D89B1473}" destId="{6DBF7675-EED1-4CBA-8F04-0EB04D128E53}" srcOrd="0" destOrd="0" presId="urn:microsoft.com/office/officeart/2005/8/layout/hierarchy6"/>
    <dgm:cxn modelId="{8EE4E97D-4C76-46DF-B292-59E3C426C106}" type="presParOf" srcId="{6DBF7675-EED1-4CBA-8F04-0EB04D128E53}" destId="{B0175905-E302-4033-AEF3-3EC091E8CB7E}" srcOrd="0" destOrd="0" presId="urn:microsoft.com/office/officeart/2005/8/layout/hierarchy6"/>
    <dgm:cxn modelId="{EDBBA225-822D-435A-BD5F-7EB45A4CF516}" type="presParOf" srcId="{6DBF7675-EED1-4CBA-8F04-0EB04D128E53}" destId="{6FF03915-A8B1-485B-88D3-F46E81D49806}" srcOrd="1" destOrd="0" presId="urn:microsoft.com/office/officeart/2005/8/layout/hierarchy6"/>
    <dgm:cxn modelId="{6D572160-1C02-48FC-904A-04A8BEF6B649}" type="presParOf" srcId="{6FF03915-A8B1-485B-88D3-F46E81D49806}" destId="{6A6F8B48-852F-44D3-92A5-D1F919AA3204}" srcOrd="0" destOrd="0" presId="urn:microsoft.com/office/officeart/2005/8/layout/hierarchy6"/>
    <dgm:cxn modelId="{20BAE153-8DF7-41A7-9CF6-EF02C1C2D0F4}" type="presParOf" srcId="{6FF03915-A8B1-485B-88D3-F46E81D49806}" destId="{70DB97A6-4F8E-4B5E-B0DE-ECF29FE94601}" srcOrd="1" destOrd="0" presId="urn:microsoft.com/office/officeart/2005/8/layout/hierarchy6"/>
    <dgm:cxn modelId="{7CC1999C-0660-4501-830A-22993FADF980}" type="presParOf" srcId="{70DB97A6-4F8E-4B5E-B0DE-ECF29FE94601}" destId="{33D27A5D-EF2A-4393-85A1-39C3F590B1D7}" srcOrd="0" destOrd="0" presId="urn:microsoft.com/office/officeart/2005/8/layout/hierarchy6"/>
    <dgm:cxn modelId="{289392D9-BC21-46A9-88CA-83EA77103F40}" type="presParOf" srcId="{70DB97A6-4F8E-4B5E-B0DE-ECF29FE94601}" destId="{3629C1CA-E643-4F86-86FB-44782CF688ED}" srcOrd="1" destOrd="0" presId="urn:microsoft.com/office/officeart/2005/8/layout/hierarchy6"/>
    <dgm:cxn modelId="{FE8224E5-D655-4E74-ACFC-65FE7E21AAF3}" type="presParOf" srcId="{3629C1CA-E643-4F86-86FB-44782CF688ED}" destId="{62B76F69-3615-4693-9B5A-9476388D93D3}" srcOrd="0" destOrd="0" presId="urn:microsoft.com/office/officeart/2005/8/layout/hierarchy6"/>
    <dgm:cxn modelId="{12A076FB-0B56-4A46-A33F-24C6B622A4CC}" type="presParOf" srcId="{3629C1CA-E643-4F86-86FB-44782CF688ED}" destId="{F46D9CD0-BF56-49C8-A268-3392B63912ED}" srcOrd="1" destOrd="0" presId="urn:microsoft.com/office/officeart/2005/8/layout/hierarchy6"/>
    <dgm:cxn modelId="{E550DD16-7BC4-4C2C-A5AE-8F63C8EECC00}" type="presParOf" srcId="{F46D9CD0-BF56-49C8-A268-3392B63912ED}" destId="{C7BFA009-2D9F-4A7A-BF48-37442504B11C}" srcOrd="0" destOrd="0" presId="urn:microsoft.com/office/officeart/2005/8/layout/hierarchy6"/>
    <dgm:cxn modelId="{789B5307-1B06-465D-A84B-A9C2079AA564}" type="presParOf" srcId="{F46D9CD0-BF56-49C8-A268-3392B63912ED}" destId="{C0FF8D68-56C7-4205-9703-594EEDBA0803}" srcOrd="1" destOrd="0" presId="urn:microsoft.com/office/officeart/2005/8/layout/hierarchy6"/>
    <dgm:cxn modelId="{F00026A3-590E-42A2-89A6-7189B5A0BEFB}" type="presParOf" srcId="{C0FF8D68-56C7-4205-9703-594EEDBA0803}" destId="{D7ED00F7-9AE9-407D-A10A-60519EB77ED9}" srcOrd="0" destOrd="0" presId="urn:microsoft.com/office/officeart/2005/8/layout/hierarchy6"/>
    <dgm:cxn modelId="{57E19929-C0B8-424E-9A76-FFF4E44D6EEA}" type="presParOf" srcId="{C0FF8D68-56C7-4205-9703-594EEDBA0803}" destId="{8406134C-4F94-4A56-9B39-811CE50B750A}" srcOrd="1" destOrd="0" presId="urn:microsoft.com/office/officeart/2005/8/layout/hierarchy6"/>
    <dgm:cxn modelId="{0A3BE8A0-B884-4FD7-AF6A-D4D1C0AF714B}" type="presParOf" srcId="{8406134C-4F94-4A56-9B39-811CE50B750A}" destId="{8C5D4D64-18FA-4363-852F-97B124F1A714}" srcOrd="0" destOrd="0" presId="urn:microsoft.com/office/officeart/2005/8/layout/hierarchy6"/>
    <dgm:cxn modelId="{43385DA0-3E0F-479E-BC23-D7EEF2E54EDC}" type="presParOf" srcId="{8406134C-4F94-4A56-9B39-811CE50B750A}" destId="{E5350E5E-6E86-4535-87ED-1D2B1A4CFE16}" srcOrd="1" destOrd="0" presId="urn:microsoft.com/office/officeart/2005/8/layout/hierarchy6"/>
    <dgm:cxn modelId="{F08069B8-9669-4534-97E4-AF9092A09B71}" type="presParOf" srcId="{E5350E5E-6E86-4535-87ED-1D2B1A4CFE16}" destId="{63677527-4F3D-4DCB-A638-ED944C544916}" srcOrd="0" destOrd="0" presId="urn:microsoft.com/office/officeart/2005/8/layout/hierarchy6"/>
    <dgm:cxn modelId="{F8895ABF-5434-4C4C-945B-7DD97CE77865}" type="presParOf" srcId="{E5350E5E-6E86-4535-87ED-1D2B1A4CFE16}" destId="{0DD958E6-F53A-44FC-8793-E8F2DEE1BB3C}" srcOrd="1" destOrd="0" presId="urn:microsoft.com/office/officeart/2005/8/layout/hierarchy6"/>
    <dgm:cxn modelId="{89D3C4B2-A374-4136-BAC7-B9C9C79F6CC6}" type="presParOf" srcId="{0DD958E6-F53A-44FC-8793-E8F2DEE1BB3C}" destId="{4B66191B-482B-4108-B5D8-69D6EDD2DEAD}" srcOrd="0" destOrd="0" presId="urn:microsoft.com/office/officeart/2005/8/layout/hierarchy6"/>
    <dgm:cxn modelId="{EB71CD28-A6D0-4E5B-9D78-9A97B7DE0627}" type="presParOf" srcId="{0DD958E6-F53A-44FC-8793-E8F2DEE1BB3C}" destId="{1B758D8F-B7F9-4E75-8669-FA25A74C13DA}" srcOrd="1" destOrd="0" presId="urn:microsoft.com/office/officeart/2005/8/layout/hierarchy6"/>
    <dgm:cxn modelId="{B6A568F4-23D1-406A-AA46-545CD02CE1F3}" type="presParOf" srcId="{C0FF8D68-56C7-4205-9703-594EEDBA0803}" destId="{5329DBBC-C348-4450-A016-F1512AEFB32F}" srcOrd="2" destOrd="0" presId="urn:microsoft.com/office/officeart/2005/8/layout/hierarchy6"/>
    <dgm:cxn modelId="{919FF1BD-D0B9-4533-ACF2-4D3D2BE8AA25}" type="presParOf" srcId="{C0FF8D68-56C7-4205-9703-594EEDBA0803}" destId="{405DFE6A-6C53-429A-BC38-1AAC7D0A9761}" srcOrd="3" destOrd="0" presId="urn:microsoft.com/office/officeart/2005/8/layout/hierarchy6"/>
    <dgm:cxn modelId="{25182BED-8550-4BEC-97FE-269572EF722D}" type="presParOf" srcId="{405DFE6A-6C53-429A-BC38-1AAC7D0A9761}" destId="{A619C3E7-DD72-43E5-BCD4-D78E230FA633}" srcOrd="0" destOrd="0" presId="urn:microsoft.com/office/officeart/2005/8/layout/hierarchy6"/>
    <dgm:cxn modelId="{3676CD1B-E899-4FC0-9E15-8B66ECDA5771}" type="presParOf" srcId="{405DFE6A-6C53-429A-BC38-1AAC7D0A9761}" destId="{133505F7-BA14-4CF6-A14A-A26A5E9BC1F5}" srcOrd="1" destOrd="0" presId="urn:microsoft.com/office/officeart/2005/8/layout/hierarchy6"/>
    <dgm:cxn modelId="{14BC5ECA-FD67-401A-B6EE-B2CBEDC24951}" type="presParOf" srcId="{133505F7-BA14-4CF6-A14A-A26A5E9BC1F5}" destId="{71AD077B-1043-428F-A51C-0EBCD72C3ABC}" srcOrd="0" destOrd="0" presId="urn:microsoft.com/office/officeart/2005/8/layout/hierarchy6"/>
    <dgm:cxn modelId="{CF683FCE-5886-4783-ADE0-D0A96362EA90}" type="presParOf" srcId="{133505F7-BA14-4CF6-A14A-A26A5E9BC1F5}" destId="{0EF4B774-CB9E-4563-BA9B-5F9FD3C13AE6}" srcOrd="1" destOrd="0" presId="urn:microsoft.com/office/officeart/2005/8/layout/hierarchy6"/>
    <dgm:cxn modelId="{0AA463DC-1FC2-4617-8FDB-3E24A94241F0}" type="presParOf" srcId="{0EF4B774-CB9E-4563-BA9B-5F9FD3C13AE6}" destId="{AB84629B-4B81-419A-853A-4BADC54420CD}" srcOrd="0" destOrd="0" presId="urn:microsoft.com/office/officeart/2005/8/layout/hierarchy6"/>
    <dgm:cxn modelId="{88C506C1-AFCB-4B76-A900-2D29C371F41E}" type="presParOf" srcId="{0EF4B774-CB9E-4563-BA9B-5F9FD3C13AE6}" destId="{8D82CF9B-1CF9-4617-8D31-0F68F5D1EE79}" srcOrd="1" destOrd="0" presId="urn:microsoft.com/office/officeart/2005/8/layout/hierarchy6"/>
    <dgm:cxn modelId="{59EB83DF-70CE-47AF-9698-3F37151C619A}" type="presParOf" srcId="{C0FF8D68-56C7-4205-9703-594EEDBA0803}" destId="{41B6C5B1-E167-44E1-9D54-995640CD9771}" srcOrd="4" destOrd="0" presId="urn:microsoft.com/office/officeart/2005/8/layout/hierarchy6"/>
    <dgm:cxn modelId="{AEAAD82C-87C2-4A6F-8288-50B2FFBB029D}" type="presParOf" srcId="{C0FF8D68-56C7-4205-9703-594EEDBA0803}" destId="{748154EB-2A3A-4CB0-B532-3240F16582B3}" srcOrd="5" destOrd="0" presId="urn:microsoft.com/office/officeart/2005/8/layout/hierarchy6"/>
    <dgm:cxn modelId="{02146110-8987-42B4-815C-77E5FEA003E6}" type="presParOf" srcId="{748154EB-2A3A-4CB0-B532-3240F16582B3}" destId="{28ACC5C3-299B-46B8-8858-8E344767EC2A}" srcOrd="0" destOrd="0" presId="urn:microsoft.com/office/officeart/2005/8/layout/hierarchy6"/>
    <dgm:cxn modelId="{4565926A-F64D-4B62-B550-4F441930B5AA}" type="presParOf" srcId="{748154EB-2A3A-4CB0-B532-3240F16582B3}" destId="{0F1AE076-667C-44A8-9C6A-2088F45CADE5}" srcOrd="1" destOrd="0" presId="urn:microsoft.com/office/officeart/2005/8/layout/hierarchy6"/>
    <dgm:cxn modelId="{EF3BD396-B011-4B41-84BF-61967DEB700F}" type="presParOf" srcId="{0F1AE076-667C-44A8-9C6A-2088F45CADE5}" destId="{38A01D2A-FA0B-4A25-9DC4-E8232ECB06E5}" srcOrd="0" destOrd="0" presId="urn:microsoft.com/office/officeart/2005/8/layout/hierarchy6"/>
    <dgm:cxn modelId="{EA6D8A2A-6DE1-4D8A-8653-0E1211117D5E}" type="presParOf" srcId="{0F1AE076-667C-44A8-9C6A-2088F45CADE5}" destId="{18FEB564-27F9-4F63-ABBF-9A0C81AC8BF9}" srcOrd="1" destOrd="0" presId="urn:microsoft.com/office/officeart/2005/8/layout/hierarchy6"/>
    <dgm:cxn modelId="{62A77C7E-347E-48F9-AE9C-22ED1D183A4F}" type="presParOf" srcId="{18FEB564-27F9-4F63-ABBF-9A0C81AC8BF9}" destId="{A6CA707F-230F-42CF-84ED-50C7922547A9}" srcOrd="0" destOrd="0" presId="urn:microsoft.com/office/officeart/2005/8/layout/hierarchy6"/>
    <dgm:cxn modelId="{D8EFCBD1-F190-4589-A496-F9263B9B85A3}" type="presParOf" srcId="{18FEB564-27F9-4F63-ABBF-9A0C81AC8BF9}" destId="{AF30FC41-7216-4917-A0EE-C9764CBBC48F}" srcOrd="1" destOrd="0" presId="urn:microsoft.com/office/officeart/2005/8/layout/hierarchy6"/>
    <dgm:cxn modelId="{C444917E-898E-4A21-9097-2C2325CFD99F}" type="presParOf" srcId="{AF30FC41-7216-4917-A0EE-C9764CBBC48F}" destId="{50874C59-BE1F-4E53-BE10-DBC5B900F3E5}" srcOrd="0" destOrd="0" presId="urn:microsoft.com/office/officeart/2005/8/layout/hierarchy6"/>
    <dgm:cxn modelId="{2AAA43E6-ABF3-43CF-90D2-F951E4DAE6EF}" type="presParOf" srcId="{AF30FC41-7216-4917-A0EE-C9764CBBC48F}" destId="{FCF03AD6-09CE-468B-BBED-65DCB2F30174}" srcOrd="1" destOrd="0" presId="urn:microsoft.com/office/officeart/2005/8/layout/hierarchy6"/>
    <dgm:cxn modelId="{FD247E65-6860-469C-A18D-7F0C862BF753}" type="presParOf" srcId="{FCF03AD6-09CE-468B-BBED-65DCB2F30174}" destId="{981513D1-F6A0-4557-B511-01CB5EDD9611}" srcOrd="0" destOrd="0" presId="urn:microsoft.com/office/officeart/2005/8/layout/hierarchy6"/>
    <dgm:cxn modelId="{10726465-FA0E-4170-AFB0-6B0416C06008}" type="presParOf" srcId="{FCF03AD6-09CE-468B-BBED-65DCB2F30174}" destId="{41FD3B02-6E61-4890-91F4-43B8C65CB589}" srcOrd="1" destOrd="0" presId="urn:microsoft.com/office/officeart/2005/8/layout/hierarchy6"/>
    <dgm:cxn modelId="{B9338974-C969-417A-8F4F-1DCD3A5D67C4}" type="presParOf" srcId="{7DFD0547-EE80-419B-9918-210978DC7DD2}" destId="{D9FC79D9-3F7A-4F4B-BE8F-B3D68C7AA993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B45A821-7BF8-4329-B075-095202299078}" type="doc">
      <dgm:prSet loTypeId="urn:microsoft.com/office/officeart/2005/8/layout/vList2" loCatId="list" qsTypeId="urn:microsoft.com/office/officeart/2005/8/quickstyle/simple1#4" qsCatId="simple" csTypeId="urn:microsoft.com/office/officeart/2005/8/colors/accent1_2#4" csCatId="accent1" phldr="1"/>
      <dgm:spPr/>
      <dgm:t>
        <a:bodyPr/>
        <a:lstStyle/>
        <a:p>
          <a:endParaRPr lang="en-US"/>
        </a:p>
      </dgm:t>
    </dgm:pt>
    <dgm:pt modelId="{01A2BEA6-E601-4E0D-B699-39D35DCE5C7A}">
      <dgm:prSet/>
      <dgm:spPr/>
      <dgm:t>
        <a:bodyPr/>
        <a:lstStyle/>
        <a:p>
          <a:pPr algn="ctr"/>
          <a:r>
            <a:rPr lang="en-US" dirty="0" err="1"/>
            <a:t>Hardwares</a:t>
          </a:r>
          <a:endParaRPr lang="en-US" dirty="0"/>
        </a:p>
      </dgm:t>
    </dgm:pt>
    <dgm:pt modelId="{A5F5B3FD-415C-4904-BAD6-58EB996D1FB3}" type="parTrans" cxnId="{08A15296-AC31-406B-9BF3-92F0F33E96C4}">
      <dgm:prSet/>
      <dgm:spPr/>
      <dgm:t>
        <a:bodyPr/>
        <a:lstStyle/>
        <a:p>
          <a:endParaRPr lang="en-US"/>
        </a:p>
      </dgm:t>
    </dgm:pt>
    <dgm:pt modelId="{8C1352D9-AF7E-453E-9AD2-FC6E67820445}" type="sibTrans" cxnId="{08A15296-AC31-406B-9BF3-92F0F33E96C4}">
      <dgm:prSet/>
      <dgm:spPr/>
      <dgm:t>
        <a:bodyPr/>
        <a:lstStyle/>
        <a:p>
          <a:endParaRPr lang="en-US"/>
        </a:p>
      </dgm:t>
    </dgm:pt>
    <dgm:pt modelId="{244C8419-C924-49F5-89B1-EA6073C6A770}" type="pres">
      <dgm:prSet presAssocID="{0B45A821-7BF8-4329-B075-095202299078}" presName="linear" presStyleCnt="0">
        <dgm:presLayoutVars>
          <dgm:animLvl val="lvl"/>
          <dgm:resizeHandles val="exact"/>
        </dgm:presLayoutVars>
      </dgm:prSet>
      <dgm:spPr/>
    </dgm:pt>
    <dgm:pt modelId="{CD7D6B23-2683-49A3-A5C5-2D147AF4E025}" type="pres">
      <dgm:prSet presAssocID="{01A2BEA6-E601-4E0D-B699-39D35DCE5C7A}" presName="parentText" presStyleLbl="node1" presStyleIdx="0" presStyleCnt="1" custLinFactNeighborX="34146" custLinFactNeighborY="-6872">
        <dgm:presLayoutVars>
          <dgm:chMax val="0"/>
          <dgm:bulletEnabled val="1"/>
        </dgm:presLayoutVars>
      </dgm:prSet>
      <dgm:spPr/>
    </dgm:pt>
  </dgm:ptLst>
  <dgm:cxnLst>
    <dgm:cxn modelId="{598DFC27-76A8-4795-BA9D-3CA7E9A2EA71}" type="presOf" srcId="{0B45A821-7BF8-4329-B075-095202299078}" destId="{244C8419-C924-49F5-89B1-EA6073C6A770}" srcOrd="0" destOrd="0" presId="urn:microsoft.com/office/officeart/2005/8/layout/vList2"/>
    <dgm:cxn modelId="{20828F43-75E1-4516-9548-4ECAC1AFCEB8}" type="presOf" srcId="{01A2BEA6-E601-4E0D-B699-39D35DCE5C7A}" destId="{CD7D6B23-2683-49A3-A5C5-2D147AF4E025}" srcOrd="0" destOrd="0" presId="urn:microsoft.com/office/officeart/2005/8/layout/vList2"/>
    <dgm:cxn modelId="{08A15296-AC31-406B-9BF3-92F0F33E96C4}" srcId="{0B45A821-7BF8-4329-B075-095202299078}" destId="{01A2BEA6-E601-4E0D-B699-39D35DCE5C7A}" srcOrd="0" destOrd="0" parTransId="{A5F5B3FD-415C-4904-BAD6-58EB996D1FB3}" sibTransId="{8C1352D9-AF7E-453E-9AD2-FC6E67820445}"/>
    <dgm:cxn modelId="{9EA8F4CA-FA7D-4E98-92B8-FB9417D6B393}" type="presParOf" srcId="{244C8419-C924-49F5-89B1-EA6073C6A770}" destId="{CD7D6B23-2683-49A3-A5C5-2D147AF4E02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A87D50C-99D3-420C-91B9-CAF06E422F60}" type="doc">
      <dgm:prSet loTypeId="urn:microsoft.com/office/officeart/2008/layout/BendingPictureBlocks" loCatId="picture" qsTypeId="urn:microsoft.com/office/officeart/2005/8/quickstyle/simple1#5" qsCatId="simple" csTypeId="urn:microsoft.com/office/officeart/2005/8/colors/accent1_2#5" csCatId="accent1" phldr="1"/>
      <dgm:spPr/>
      <dgm:t>
        <a:bodyPr/>
        <a:lstStyle/>
        <a:p>
          <a:endParaRPr lang="en-US"/>
        </a:p>
      </dgm:t>
    </dgm:pt>
    <dgm:pt modelId="{E28C934B-431B-4DFC-B1D1-299D679846F3}">
      <dgm:prSet phldrT="[Text]" phldr="0"/>
      <dgm:spPr/>
      <dgm:t>
        <a:bodyPr/>
        <a:lstStyle/>
        <a:p>
          <a:pPr>
            <a:buNone/>
          </a:pPr>
          <a:r>
            <a:rPr lang="en-US" dirty="0" err="1"/>
            <a:t>ESP32</a:t>
          </a:r>
          <a:endParaRPr lang="en-US" dirty="0"/>
        </a:p>
      </dgm:t>
    </dgm:pt>
    <dgm:pt modelId="{7232A0EC-B46C-4165-BEFA-30A2E0A6483B}" type="parTrans" cxnId="{0A455285-8F6E-4126-9C47-7198B5A73640}">
      <dgm:prSet/>
      <dgm:spPr/>
      <dgm:t>
        <a:bodyPr/>
        <a:lstStyle/>
        <a:p>
          <a:endParaRPr lang="en-US"/>
        </a:p>
      </dgm:t>
    </dgm:pt>
    <dgm:pt modelId="{2A6A2308-4E80-46F3-A536-25F8B94341E8}" type="sibTrans" cxnId="{0A455285-8F6E-4126-9C47-7198B5A73640}">
      <dgm:prSet/>
      <dgm:spPr/>
      <dgm:t>
        <a:bodyPr/>
        <a:lstStyle/>
        <a:p>
          <a:endParaRPr lang="en-US"/>
        </a:p>
      </dgm:t>
    </dgm:pt>
    <dgm:pt modelId="{D228BE73-BE09-4C08-98A8-D32A07425AAA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 err="1"/>
            <a:t>DS1307</a:t>
          </a:r>
          <a:r>
            <a:rPr lang="en-US" dirty="0"/>
            <a:t> </a:t>
          </a:r>
          <a:r>
            <a:rPr lang="en-US" dirty="0" err="1"/>
            <a:t>RTC</a:t>
          </a:r>
          <a:r>
            <a:rPr lang="en-US" dirty="0"/>
            <a:t> </a:t>
          </a:r>
        </a:p>
      </dgm:t>
    </dgm:pt>
    <dgm:pt modelId="{F9FD38B7-78C8-4455-AC04-DBAA949147DC}" type="parTrans" cxnId="{D14AF670-2A7D-4222-A976-C6B6629A182D}">
      <dgm:prSet/>
      <dgm:spPr/>
      <dgm:t>
        <a:bodyPr/>
        <a:lstStyle/>
        <a:p>
          <a:endParaRPr lang="en-US"/>
        </a:p>
      </dgm:t>
    </dgm:pt>
    <dgm:pt modelId="{350132AF-7BEE-493F-A40B-FF8AB6707DE5}" type="sibTrans" cxnId="{D14AF670-2A7D-4222-A976-C6B6629A182D}">
      <dgm:prSet/>
      <dgm:spPr/>
      <dgm:t>
        <a:bodyPr/>
        <a:lstStyle/>
        <a:p>
          <a:endParaRPr lang="en-US"/>
        </a:p>
      </dgm:t>
    </dgm:pt>
    <dgm:pt modelId="{66B26EFD-3CEF-4EE8-8248-06CEB0C286D0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microSD Module </a:t>
          </a:r>
        </a:p>
      </dgm:t>
    </dgm:pt>
    <dgm:pt modelId="{86FCB00E-204F-4606-88AE-E101B58A5C05}" type="parTrans" cxnId="{0D7C0094-C8D9-4CEC-BFDD-73A0E1E8CF1C}">
      <dgm:prSet/>
      <dgm:spPr/>
      <dgm:t>
        <a:bodyPr/>
        <a:lstStyle/>
        <a:p>
          <a:endParaRPr lang="en-US"/>
        </a:p>
      </dgm:t>
    </dgm:pt>
    <dgm:pt modelId="{0C918BB9-26B2-468E-9F09-25BD1E0A0F41}" type="sibTrans" cxnId="{0D7C0094-C8D9-4CEC-BFDD-73A0E1E8CF1C}">
      <dgm:prSet/>
      <dgm:spPr/>
      <dgm:t>
        <a:bodyPr/>
        <a:lstStyle/>
        <a:p>
          <a:endParaRPr lang="en-US"/>
        </a:p>
      </dgm:t>
    </dgm:pt>
    <dgm:pt modelId="{B425FA6D-3999-4D95-BDFF-A226AAD6FA7E}">
      <dgm:prSet phldrT="[Text]"/>
      <dgm:spPr/>
      <dgm:t>
        <a:bodyPr/>
        <a:lstStyle/>
        <a:p>
          <a:pPr>
            <a:buNone/>
          </a:pPr>
          <a:r>
            <a:rPr lang="en-US" dirty="0" err="1"/>
            <a:t>5V</a:t>
          </a:r>
          <a:r>
            <a:rPr lang="en-US" dirty="0"/>
            <a:t> Relay Module</a:t>
          </a:r>
        </a:p>
      </dgm:t>
    </dgm:pt>
    <dgm:pt modelId="{4AD3606E-DBE1-4279-9012-B8CAF2E74804}" type="parTrans" cxnId="{48E95BA5-45B0-4896-85DB-7E938DA7317B}">
      <dgm:prSet/>
      <dgm:spPr/>
      <dgm:t>
        <a:bodyPr/>
        <a:lstStyle/>
        <a:p>
          <a:endParaRPr lang="en-US"/>
        </a:p>
      </dgm:t>
    </dgm:pt>
    <dgm:pt modelId="{E389E33B-6657-4A2D-8690-C63FCE6A4D9B}" type="sibTrans" cxnId="{48E95BA5-45B0-4896-85DB-7E938DA7317B}">
      <dgm:prSet/>
      <dgm:spPr/>
      <dgm:t>
        <a:bodyPr/>
        <a:lstStyle/>
        <a:p>
          <a:endParaRPr lang="en-US"/>
        </a:p>
      </dgm:t>
    </dgm:pt>
    <dgm:pt modelId="{22C5C922-498C-4B5C-B69F-029DFF979B38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Logic Level Shifter </a:t>
          </a:r>
        </a:p>
      </dgm:t>
    </dgm:pt>
    <dgm:pt modelId="{C8DFF1A9-BE20-42F4-832C-971E128E0FEB}" type="parTrans" cxnId="{60F489CA-BB66-4BDD-8423-C8D5B9C62B7D}">
      <dgm:prSet/>
      <dgm:spPr/>
      <dgm:t>
        <a:bodyPr/>
        <a:lstStyle/>
        <a:p>
          <a:endParaRPr lang="en-US"/>
        </a:p>
      </dgm:t>
    </dgm:pt>
    <dgm:pt modelId="{270222DA-B7E0-4CA3-A06E-078EDFC28769}" type="sibTrans" cxnId="{60F489CA-BB66-4BDD-8423-C8D5B9C62B7D}">
      <dgm:prSet/>
      <dgm:spPr/>
      <dgm:t>
        <a:bodyPr/>
        <a:lstStyle/>
        <a:p>
          <a:endParaRPr lang="en-US"/>
        </a:p>
      </dgm:t>
    </dgm:pt>
    <dgm:pt modelId="{0AE4C2B2-E100-43EE-86D9-296BA1ECB32C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Buzzer </a:t>
          </a:r>
        </a:p>
      </dgm:t>
    </dgm:pt>
    <dgm:pt modelId="{C03A2AE1-B450-44AF-B50A-CB93450BFE5B}" type="parTrans" cxnId="{2D4E5084-5DC4-4D66-8CB4-744AEBE7D5EC}">
      <dgm:prSet/>
      <dgm:spPr/>
      <dgm:t>
        <a:bodyPr/>
        <a:lstStyle/>
        <a:p>
          <a:endParaRPr lang="en-US"/>
        </a:p>
      </dgm:t>
    </dgm:pt>
    <dgm:pt modelId="{0BE02D47-3EEC-43DB-AE9A-253462BB6073}" type="sibTrans" cxnId="{2D4E5084-5DC4-4D66-8CB4-744AEBE7D5EC}">
      <dgm:prSet/>
      <dgm:spPr/>
      <dgm:t>
        <a:bodyPr/>
        <a:lstStyle/>
        <a:p>
          <a:endParaRPr lang="en-US"/>
        </a:p>
      </dgm:t>
    </dgm:pt>
    <dgm:pt modelId="{2AC31DFE-7635-4FB0-A28C-F17AABC0744D}">
      <dgm:prSet/>
      <dgm:spPr/>
      <dgm:t>
        <a:bodyPr/>
        <a:lstStyle/>
        <a:p>
          <a:pPr>
            <a:buNone/>
          </a:pPr>
          <a:r>
            <a:rPr lang="en-US"/>
            <a:t>MFRC522 </a:t>
          </a:r>
        </a:p>
      </dgm:t>
    </dgm:pt>
    <dgm:pt modelId="{529F4D14-102D-4FDF-B05B-7C1E37FBB316}" type="parTrans" cxnId="{D3B53ED3-B5FC-41FD-8878-BDFBA8F8FAF0}">
      <dgm:prSet/>
      <dgm:spPr/>
      <dgm:t>
        <a:bodyPr/>
        <a:lstStyle/>
        <a:p>
          <a:endParaRPr lang="en-US"/>
        </a:p>
      </dgm:t>
    </dgm:pt>
    <dgm:pt modelId="{7D083BE0-E63E-4478-951D-EDEAEC4EDFA0}" type="sibTrans" cxnId="{D3B53ED3-B5FC-41FD-8878-BDFBA8F8FAF0}">
      <dgm:prSet/>
      <dgm:spPr/>
      <dgm:t>
        <a:bodyPr/>
        <a:lstStyle/>
        <a:p>
          <a:endParaRPr lang="en-US"/>
        </a:p>
      </dgm:t>
    </dgm:pt>
    <dgm:pt modelId="{5DACD219-7042-4A0F-9532-BD1679F790C8}">
      <dgm:prSet phldrT="[Text]"/>
      <dgm:spPr/>
      <dgm:t>
        <a:bodyPr/>
        <a:lstStyle/>
        <a:p>
          <a:pPr>
            <a:buNone/>
          </a:pPr>
          <a:r>
            <a:rPr lang="en-US" dirty="0" err="1"/>
            <a:t>SSD1306</a:t>
          </a:r>
          <a:r>
            <a:rPr lang="en-US" dirty="0"/>
            <a:t> OLED 0.96"</a:t>
          </a:r>
        </a:p>
      </dgm:t>
    </dgm:pt>
    <dgm:pt modelId="{1C0579A6-EE23-4D5D-ACC4-D9318F5B94E0}" type="parTrans" cxnId="{B064A9FF-C13F-445A-9233-F5BB890A967F}">
      <dgm:prSet/>
      <dgm:spPr/>
      <dgm:t>
        <a:bodyPr/>
        <a:lstStyle/>
        <a:p>
          <a:endParaRPr lang="en-US"/>
        </a:p>
      </dgm:t>
    </dgm:pt>
    <dgm:pt modelId="{46FE697A-EDE3-403E-A633-5673DA66C856}" type="sibTrans" cxnId="{B064A9FF-C13F-445A-9233-F5BB890A967F}">
      <dgm:prSet/>
      <dgm:spPr/>
      <dgm:t>
        <a:bodyPr/>
        <a:lstStyle/>
        <a:p>
          <a:endParaRPr lang="en-US"/>
        </a:p>
      </dgm:t>
    </dgm:pt>
    <dgm:pt modelId="{BDDB2E50-54E2-4D7D-B29A-7A5F2FDD6008}" type="pres">
      <dgm:prSet presAssocID="{BA87D50C-99D3-420C-91B9-CAF06E422F60}" presName="Name0" presStyleCnt="0">
        <dgm:presLayoutVars>
          <dgm:dir/>
          <dgm:resizeHandles/>
        </dgm:presLayoutVars>
      </dgm:prSet>
      <dgm:spPr/>
    </dgm:pt>
    <dgm:pt modelId="{B65F083E-48BE-4672-A5E5-0E5A262778CF}" type="pres">
      <dgm:prSet presAssocID="{E28C934B-431B-4DFC-B1D1-299D679846F3}" presName="composite" presStyleCnt="0"/>
      <dgm:spPr/>
    </dgm:pt>
    <dgm:pt modelId="{768C033E-18EC-40CD-853C-A3113266BB40}" type="pres">
      <dgm:prSet presAssocID="{E28C934B-431B-4DFC-B1D1-299D679846F3}" presName="rect1" presStyleLbl="bgImgPlace1" presStyleIdx="0" presStyleCnt="8"/>
      <dgm:spPr>
        <a:blipFill>
          <a:blip xmlns:r="http://schemas.openxmlformats.org/officeDocument/2006/relationships" r:embed="rId1"/>
          <a:srcRect/>
          <a:stretch>
            <a:fillRect t="-9000" b="-9000"/>
          </a:stretch>
        </a:blipFill>
      </dgm:spPr>
    </dgm:pt>
    <dgm:pt modelId="{75687F9E-420C-4639-AA4E-FF573F90F868}" type="pres">
      <dgm:prSet presAssocID="{E28C934B-431B-4DFC-B1D1-299D679846F3}" presName="rect2" presStyleLbl="node1" presStyleIdx="0" presStyleCnt="8">
        <dgm:presLayoutVars>
          <dgm:bulletEnabled val="1"/>
        </dgm:presLayoutVars>
      </dgm:prSet>
      <dgm:spPr/>
    </dgm:pt>
    <dgm:pt modelId="{CB7738AE-835F-411E-84F1-421A5D8DF823}" type="pres">
      <dgm:prSet presAssocID="{2A6A2308-4E80-46F3-A536-25F8B94341E8}" presName="sibTrans" presStyleCnt="0"/>
      <dgm:spPr/>
    </dgm:pt>
    <dgm:pt modelId="{012BE1D6-596A-411F-8A17-E58924D3C31C}" type="pres">
      <dgm:prSet presAssocID="{2AC31DFE-7635-4FB0-A28C-F17AABC0744D}" presName="composite" presStyleCnt="0"/>
      <dgm:spPr/>
    </dgm:pt>
    <dgm:pt modelId="{0715798A-2E23-4A12-ACB4-F81277ECB642}" type="pres">
      <dgm:prSet presAssocID="{2AC31DFE-7635-4FB0-A28C-F17AABC0744D}" presName="rect1" presStyleLbl="bgImgPlace1" presStyleIdx="1" presStyleCnt="8"/>
      <dgm:spPr>
        <a:blipFill>
          <a:blip xmlns:r="http://schemas.openxmlformats.org/officeDocument/2006/relationships" r:embed="rId2"/>
          <a:srcRect/>
          <a:stretch>
            <a:fillRect l="-25000" r="-25000"/>
          </a:stretch>
        </a:blipFill>
      </dgm:spPr>
    </dgm:pt>
    <dgm:pt modelId="{627700D5-22CD-4199-B5C9-4471BEDA5810}" type="pres">
      <dgm:prSet presAssocID="{2AC31DFE-7635-4FB0-A28C-F17AABC0744D}" presName="rect2" presStyleLbl="node1" presStyleIdx="1" presStyleCnt="8">
        <dgm:presLayoutVars>
          <dgm:bulletEnabled val="1"/>
        </dgm:presLayoutVars>
      </dgm:prSet>
      <dgm:spPr/>
    </dgm:pt>
    <dgm:pt modelId="{DDFAB5CB-1F48-49FC-9EAE-F7358260296C}" type="pres">
      <dgm:prSet presAssocID="{7D083BE0-E63E-4478-951D-EDEAEC4EDFA0}" presName="sibTrans" presStyleCnt="0"/>
      <dgm:spPr/>
    </dgm:pt>
    <dgm:pt modelId="{9A530087-CF52-4D26-B2ED-7161AA138F69}" type="pres">
      <dgm:prSet presAssocID="{D228BE73-BE09-4C08-98A8-D32A07425AAA}" presName="composite" presStyleCnt="0"/>
      <dgm:spPr/>
    </dgm:pt>
    <dgm:pt modelId="{5105540D-046F-4442-ACE8-7B8B0BD50A6C}" type="pres">
      <dgm:prSet presAssocID="{D228BE73-BE09-4C08-98A8-D32A07425AAA}" presName="rect1" presStyleLbl="bgImgPlace1" presStyleIdx="2" presStyleCnt="8"/>
      <dgm:spPr>
        <a:blipFill>
          <a:blip xmlns:r="http://schemas.openxmlformats.org/officeDocument/2006/relationships" r:embed="rId3"/>
          <a:srcRect/>
          <a:stretch>
            <a:fillRect l="-25000" r="-25000"/>
          </a:stretch>
        </a:blipFill>
      </dgm:spPr>
    </dgm:pt>
    <dgm:pt modelId="{EAA0035B-65A4-440F-9A99-38C09B96731A}" type="pres">
      <dgm:prSet presAssocID="{D228BE73-BE09-4C08-98A8-D32A07425AAA}" presName="rect2" presStyleLbl="node1" presStyleIdx="2" presStyleCnt="8">
        <dgm:presLayoutVars>
          <dgm:bulletEnabled val="1"/>
        </dgm:presLayoutVars>
      </dgm:prSet>
      <dgm:spPr/>
    </dgm:pt>
    <dgm:pt modelId="{5E866025-C10A-4F7B-B459-8A03A71C3C0A}" type="pres">
      <dgm:prSet presAssocID="{350132AF-7BEE-493F-A40B-FF8AB6707DE5}" presName="sibTrans" presStyleCnt="0"/>
      <dgm:spPr/>
    </dgm:pt>
    <dgm:pt modelId="{611686DE-6109-47A1-A272-2761125C5ACD}" type="pres">
      <dgm:prSet presAssocID="{5DACD219-7042-4A0F-9532-BD1679F790C8}" presName="composite" presStyleCnt="0"/>
      <dgm:spPr/>
    </dgm:pt>
    <dgm:pt modelId="{828BB16E-3BD1-4D21-BC23-44A84B56AFA4}" type="pres">
      <dgm:prSet presAssocID="{5DACD219-7042-4A0F-9532-BD1679F790C8}" presName="rect1" presStyleLbl="bgImgPlace1" presStyleIdx="3" presStyleCnt="8"/>
      <dgm:spPr>
        <a:blipFill>
          <a:blip xmlns:r="http://schemas.openxmlformats.org/officeDocument/2006/relationships" r:embed="rId4"/>
          <a:srcRect/>
          <a:stretch>
            <a:fillRect t="-9000" b="-9000"/>
          </a:stretch>
        </a:blipFill>
      </dgm:spPr>
    </dgm:pt>
    <dgm:pt modelId="{05F604BC-7BA9-4901-97C5-4327BE054408}" type="pres">
      <dgm:prSet presAssocID="{5DACD219-7042-4A0F-9532-BD1679F790C8}" presName="rect2" presStyleLbl="node1" presStyleIdx="3" presStyleCnt="8">
        <dgm:presLayoutVars>
          <dgm:bulletEnabled val="1"/>
        </dgm:presLayoutVars>
      </dgm:prSet>
      <dgm:spPr/>
    </dgm:pt>
    <dgm:pt modelId="{619F9F07-0231-4C9A-9D73-8214EAA4264B}" type="pres">
      <dgm:prSet presAssocID="{46FE697A-EDE3-403E-A633-5673DA66C856}" presName="sibTrans" presStyleCnt="0"/>
      <dgm:spPr/>
    </dgm:pt>
    <dgm:pt modelId="{130317D1-72C7-4DC9-B365-56B9262979EF}" type="pres">
      <dgm:prSet presAssocID="{66B26EFD-3CEF-4EE8-8248-06CEB0C286D0}" presName="composite" presStyleCnt="0"/>
      <dgm:spPr/>
    </dgm:pt>
    <dgm:pt modelId="{7FC1C68A-8180-4FFC-90F9-8A3CD5E862E8}" type="pres">
      <dgm:prSet presAssocID="{66B26EFD-3CEF-4EE8-8248-06CEB0C286D0}" presName="rect1" presStyleLbl="bgImgPlace1" presStyleIdx="4" presStyleCnt="8"/>
      <dgm:spPr>
        <a:blipFill>
          <a:blip xmlns:r="http://schemas.openxmlformats.org/officeDocument/2006/relationships" r:embed="rId5"/>
          <a:srcRect/>
          <a:stretch>
            <a:fillRect t="-15000" b="-15000"/>
          </a:stretch>
        </a:blipFill>
      </dgm:spPr>
    </dgm:pt>
    <dgm:pt modelId="{2B44BCA5-570B-4D95-A40D-920D6AFD4CA1}" type="pres">
      <dgm:prSet presAssocID="{66B26EFD-3CEF-4EE8-8248-06CEB0C286D0}" presName="rect2" presStyleLbl="node1" presStyleIdx="4" presStyleCnt="8">
        <dgm:presLayoutVars>
          <dgm:bulletEnabled val="1"/>
        </dgm:presLayoutVars>
      </dgm:prSet>
      <dgm:spPr/>
    </dgm:pt>
    <dgm:pt modelId="{3A41748F-4F95-4BA4-A664-D2A615E203D6}" type="pres">
      <dgm:prSet presAssocID="{0C918BB9-26B2-468E-9F09-25BD1E0A0F41}" presName="sibTrans" presStyleCnt="0"/>
      <dgm:spPr/>
    </dgm:pt>
    <dgm:pt modelId="{86BE993A-FDDB-47A3-B163-B4A1C0D81F5F}" type="pres">
      <dgm:prSet presAssocID="{B425FA6D-3999-4D95-BDFF-A226AAD6FA7E}" presName="composite" presStyleCnt="0"/>
      <dgm:spPr/>
    </dgm:pt>
    <dgm:pt modelId="{C0208C76-9690-4EA3-B1B9-453C44FBB891}" type="pres">
      <dgm:prSet presAssocID="{B425FA6D-3999-4D95-BDFF-A226AAD6FA7E}" presName="rect1" presStyleLbl="bgImgPlace1" presStyleIdx="5" presStyleCnt="8"/>
      <dgm:spPr>
        <a:blipFill>
          <a:blip xmlns:r="http://schemas.openxmlformats.org/officeDocument/2006/relationships" r:embed="rId6"/>
          <a:srcRect/>
          <a:stretch>
            <a:fillRect t="-9000" b="-9000"/>
          </a:stretch>
        </a:blipFill>
      </dgm:spPr>
    </dgm:pt>
    <dgm:pt modelId="{A7BCDE10-C7D5-4F6F-9BC8-DDAA581ABD04}" type="pres">
      <dgm:prSet presAssocID="{B425FA6D-3999-4D95-BDFF-A226AAD6FA7E}" presName="rect2" presStyleLbl="node1" presStyleIdx="5" presStyleCnt="8">
        <dgm:presLayoutVars>
          <dgm:bulletEnabled val="1"/>
        </dgm:presLayoutVars>
      </dgm:prSet>
      <dgm:spPr/>
    </dgm:pt>
    <dgm:pt modelId="{8BC2FA20-BB41-4DE0-9B12-4C3C3D9D2788}" type="pres">
      <dgm:prSet presAssocID="{E389E33B-6657-4A2D-8690-C63FCE6A4D9B}" presName="sibTrans" presStyleCnt="0"/>
      <dgm:spPr/>
    </dgm:pt>
    <dgm:pt modelId="{1CADABF2-ED14-4949-882D-405DA7EEE3B9}" type="pres">
      <dgm:prSet presAssocID="{22C5C922-498C-4B5C-B69F-029DFF979B38}" presName="composite" presStyleCnt="0"/>
      <dgm:spPr/>
    </dgm:pt>
    <dgm:pt modelId="{9FE85081-0842-48B7-A15C-7C543F78526B}" type="pres">
      <dgm:prSet presAssocID="{22C5C922-498C-4B5C-B69F-029DFF979B38}" presName="rect1" presStyleLbl="bgImgPlace1" presStyleIdx="6" presStyleCnt="8"/>
      <dgm:spPr>
        <a:blipFill>
          <a:blip xmlns:r="http://schemas.openxmlformats.org/officeDocument/2006/relationships" r:embed="rId7"/>
          <a:srcRect/>
          <a:stretch>
            <a:fillRect t="-3000" b="-3000"/>
          </a:stretch>
        </a:blipFill>
      </dgm:spPr>
    </dgm:pt>
    <dgm:pt modelId="{8CD293F5-1E15-49DC-8F54-211F9B19C619}" type="pres">
      <dgm:prSet presAssocID="{22C5C922-498C-4B5C-B69F-029DFF979B38}" presName="rect2" presStyleLbl="node1" presStyleIdx="6" presStyleCnt="8">
        <dgm:presLayoutVars>
          <dgm:bulletEnabled val="1"/>
        </dgm:presLayoutVars>
      </dgm:prSet>
      <dgm:spPr/>
    </dgm:pt>
    <dgm:pt modelId="{02318469-1AEF-463F-96E0-3577B643ACD7}" type="pres">
      <dgm:prSet presAssocID="{270222DA-B7E0-4CA3-A06E-078EDFC28769}" presName="sibTrans" presStyleCnt="0"/>
      <dgm:spPr/>
    </dgm:pt>
    <dgm:pt modelId="{48433CDC-BC2B-4C43-BE4E-9B583A520C30}" type="pres">
      <dgm:prSet presAssocID="{0AE4C2B2-E100-43EE-86D9-296BA1ECB32C}" presName="composite" presStyleCnt="0"/>
      <dgm:spPr/>
    </dgm:pt>
    <dgm:pt modelId="{3413620C-6D9A-4CF9-8473-F57E0F455AC2}" type="pres">
      <dgm:prSet presAssocID="{0AE4C2B2-E100-43EE-86D9-296BA1ECB32C}" presName="rect1" presStyleLbl="bgImgPlace1" presStyleIdx="7" presStyleCnt="8"/>
      <dgm:spPr>
        <a:blipFill>
          <a:blip xmlns:r="http://schemas.openxmlformats.org/officeDocument/2006/relationships" r:embed="rId8"/>
          <a:srcRect/>
          <a:stretch>
            <a:fillRect t="-9000" b="-9000"/>
          </a:stretch>
        </a:blipFill>
      </dgm:spPr>
    </dgm:pt>
    <dgm:pt modelId="{B152D780-5485-422F-B08D-8A5B2162530E}" type="pres">
      <dgm:prSet presAssocID="{0AE4C2B2-E100-43EE-86D9-296BA1ECB32C}" presName="rect2" presStyleLbl="node1" presStyleIdx="7" presStyleCnt="8">
        <dgm:presLayoutVars>
          <dgm:bulletEnabled val="1"/>
        </dgm:presLayoutVars>
      </dgm:prSet>
      <dgm:spPr/>
    </dgm:pt>
  </dgm:ptLst>
  <dgm:cxnLst>
    <dgm:cxn modelId="{535C8D1C-CFEF-436C-BCED-31C1F929FCE2}" type="presOf" srcId="{E28C934B-431B-4DFC-B1D1-299D679846F3}" destId="{75687F9E-420C-4639-AA4E-FF573F90F868}" srcOrd="0" destOrd="0" presId="urn:microsoft.com/office/officeart/2008/layout/BendingPictureBlocks"/>
    <dgm:cxn modelId="{86C74F1D-FF89-492A-9FBD-CAAAFD469534}" type="presOf" srcId="{22C5C922-498C-4B5C-B69F-029DFF979B38}" destId="{8CD293F5-1E15-49DC-8F54-211F9B19C619}" srcOrd="0" destOrd="0" presId="urn:microsoft.com/office/officeart/2008/layout/BendingPictureBlocks"/>
    <dgm:cxn modelId="{1A9E6D2A-F9E2-41F2-9FED-0B2607F3130E}" type="presOf" srcId="{2AC31DFE-7635-4FB0-A28C-F17AABC0744D}" destId="{627700D5-22CD-4199-B5C9-4471BEDA5810}" srcOrd="0" destOrd="0" presId="urn:microsoft.com/office/officeart/2008/layout/BendingPictureBlocks"/>
    <dgm:cxn modelId="{86C7CE33-AFCA-4883-9DEF-D68D3BA81938}" type="presOf" srcId="{B425FA6D-3999-4D95-BDFF-A226AAD6FA7E}" destId="{A7BCDE10-C7D5-4F6F-9BC8-DDAA581ABD04}" srcOrd="0" destOrd="0" presId="urn:microsoft.com/office/officeart/2008/layout/BendingPictureBlocks"/>
    <dgm:cxn modelId="{15CAB565-56DE-485E-BD75-1AA83966A9B6}" type="presOf" srcId="{66B26EFD-3CEF-4EE8-8248-06CEB0C286D0}" destId="{2B44BCA5-570B-4D95-A40D-920D6AFD4CA1}" srcOrd="0" destOrd="0" presId="urn:microsoft.com/office/officeart/2008/layout/BendingPictureBlocks"/>
    <dgm:cxn modelId="{4E24A56A-B534-4E3B-972D-7D057E407475}" type="presOf" srcId="{0AE4C2B2-E100-43EE-86D9-296BA1ECB32C}" destId="{B152D780-5485-422F-B08D-8A5B2162530E}" srcOrd="0" destOrd="0" presId="urn:microsoft.com/office/officeart/2008/layout/BendingPictureBlocks"/>
    <dgm:cxn modelId="{D14AF670-2A7D-4222-A976-C6B6629A182D}" srcId="{BA87D50C-99D3-420C-91B9-CAF06E422F60}" destId="{D228BE73-BE09-4C08-98A8-D32A07425AAA}" srcOrd="2" destOrd="0" parTransId="{F9FD38B7-78C8-4455-AC04-DBAA949147DC}" sibTransId="{350132AF-7BEE-493F-A40B-FF8AB6707DE5}"/>
    <dgm:cxn modelId="{2D4E5084-5DC4-4D66-8CB4-744AEBE7D5EC}" srcId="{BA87D50C-99D3-420C-91B9-CAF06E422F60}" destId="{0AE4C2B2-E100-43EE-86D9-296BA1ECB32C}" srcOrd="7" destOrd="0" parTransId="{C03A2AE1-B450-44AF-B50A-CB93450BFE5B}" sibTransId="{0BE02D47-3EEC-43DB-AE9A-253462BB6073}"/>
    <dgm:cxn modelId="{0A455285-8F6E-4126-9C47-7198B5A73640}" srcId="{BA87D50C-99D3-420C-91B9-CAF06E422F60}" destId="{E28C934B-431B-4DFC-B1D1-299D679846F3}" srcOrd="0" destOrd="0" parTransId="{7232A0EC-B46C-4165-BEFA-30A2E0A6483B}" sibTransId="{2A6A2308-4E80-46F3-A536-25F8B94341E8}"/>
    <dgm:cxn modelId="{0D7C0094-C8D9-4CEC-BFDD-73A0E1E8CF1C}" srcId="{BA87D50C-99D3-420C-91B9-CAF06E422F60}" destId="{66B26EFD-3CEF-4EE8-8248-06CEB0C286D0}" srcOrd="4" destOrd="0" parTransId="{86FCB00E-204F-4606-88AE-E101B58A5C05}" sibTransId="{0C918BB9-26B2-468E-9F09-25BD1E0A0F41}"/>
    <dgm:cxn modelId="{48E95BA5-45B0-4896-85DB-7E938DA7317B}" srcId="{BA87D50C-99D3-420C-91B9-CAF06E422F60}" destId="{B425FA6D-3999-4D95-BDFF-A226AAD6FA7E}" srcOrd="5" destOrd="0" parTransId="{4AD3606E-DBE1-4279-9012-B8CAF2E74804}" sibTransId="{E389E33B-6657-4A2D-8690-C63FCE6A4D9B}"/>
    <dgm:cxn modelId="{AFB8DEAB-E744-474E-BFBF-60D74C6D192A}" type="presOf" srcId="{BA87D50C-99D3-420C-91B9-CAF06E422F60}" destId="{BDDB2E50-54E2-4D7D-B29A-7A5F2FDD6008}" srcOrd="0" destOrd="0" presId="urn:microsoft.com/office/officeart/2008/layout/BendingPictureBlocks"/>
    <dgm:cxn modelId="{60F489CA-BB66-4BDD-8423-C8D5B9C62B7D}" srcId="{BA87D50C-99D3-420C-91B9-CAF06E422F60}" destId="{22C5C922-498C-4B5C-B69F-029DFF979B38}" srcOrd="6" destOrd="0" parTransId="{C8DFF1A9-BE20-42F4-832C-971E128E0FEB}" sibTransId="{270222DA-B7E0-4CA3-A06E-078EDFC28769}"/>
    <dgm:cxn modelId="{D3B53ED3-B5FC-41FD-8878-BDFBA8F8FAF0}" srcId="{BA87D50C-99D3-420C-91B9-CAF06E422F60}" destId="{2AC31DFE-7635-4FB0-A28C-F17AABC0744D}" srcOrd="1" destOrd="0" parTransId="{529F4D14-102D-4FDF-B05B-7C1E37FBB316}" sibTransId="{7D083BE0-E63E-4478-951D-EDEAEC4EDFA0}"/>
    <dgm:cxn modelId="{8C0DF3ED-EA23-47BC-B81B-BB8E3485EA41}" type="presOf" srcId="{5DACD219-7042-4A0F-9532-BD1679F790C8}" destId="{05F604BC-7BA9-4901-97C5-4327BE054408}" srcOrd="0" destOrd="0" presId="urn:microsoft.com/office/officeart/2008/layout/BendingPictureBlocks"/>
    <dgm:cxn modelId="{B5AA34F0-8E8D-4B14-8898-5BE1D4884F44}" type="presOf" srcId="{D228BE73-BE09-4C08-98A8-D32A07425AAA}" destId="{EAA0035B-65A4-440F-9A99-38C09B96731A}" srcOrd="0" destOrd="0" presId="urn:microsoft.com/office/officeart/2008/layout/BendingPictureBlocks"/>
    <dgm:cxn modelId="{B064A9FF-C13F-445A-9233-F5BB890A967F}" srcId="{BA87D50C-99D3-420C-91B9-CAF06E422F60}" destId="{5DACD219-7042-4A0F-9532-BD1679F790C8}" srcOrd="3" destOrd="0" parTransId="{1C0579A6-EE23-4D5D-ACC4-D9318F5B94E0}" sibTransId="{46FE697A-EDE3-403E-A633-5673DA66C856}"/>
    <dgm:cxn modelId="{9812807E-4B2A-4DB4-9905-036564908AD1}" type="presParOf" srcId="{BDDB2E50-54E2-4D7D-B29A-7A5F2FDD6008}" destId="{B65F083E-48BE-4672-A5E5-0E5A262778CF}" srcOrd="0" destOrd="0" presId="urn:microsoft.com/office/officeart/2008/layout/BendingPictureBlocks"/>
    <dgm:cxn modelId="{1F5E5820-6165-45D4-BBC7-A1B6E0CCDAF1}" type="presParOf" srcId="{B65F083E-48BE-4672-A5E5-0E5A262778CF}" destId="{768C033E-18EC-40CD-853C-A3113266BB40}" srcOrd="0" destOrd="0" presId="urn:microsoft.com/office/officeart/2008/layout/BendingPictureBlocks"/>
    <dgm:cxn modelId="{D418C694-3A2E-4A4A-93D0-2C5DEA270326}" type="presParOf" srcId="{B65F083E-48BE-4672-A5E5-0E5A262778CF}" destId="{75687F9E-420C-4639-AA4E-FF573F90F868}" srcOrd="1" destOrd="0" presId="urn:microsoft.com/office/officeart/2008/layout/BendingPictureBlocks"/>
    <dgm:cxn modelId="{18E8E324-FF89-4C5C-912B-2DE276B3C201}" type="presParOf" srcId="{BDDB2E50-54E2-4D7D-B29A-7A5F2FDD6008}" destId="{CB7738AE-835F-411E-84F1-421A5D8DF823}" srcOrd="1" destOrd="0" presId="urn:microsoft.com/office/officeart/2008/layout/BendingPictureBlocks"/>
    <dgm:cxn modelId="{B60C2373-EEA0-431A-8C0A-A83AE6DCAA08}" type="presParOf" srcId="{BDDB2E50-54E2-4D7D-B29A-7A5F2FDD6008}" destId="{012BE1D6-596A-411F-8A17-E58924D3C31C}" srcOrd="2" destOrd="0" presId="urn:microsoft.com/office/officeart/2008/layout/BendingPictureBlocks"/>
    <dgm:cxn modelId="{5295C432-ED04-4EDA-AB91-8F16935E6D32}" type="presParOf" srcId="{012BE1D6-596A-411F-8A17-E58924D3C31C}" destId="{0715798A-2E23-4A12-ACB4-F81277ECB642}" srcOrd="0" destOrd="0" presId="urn:microsoft.com/office/officeart/2008/layout/BendingPictureBlocks"/>
    <dgm:cxn modelId="{BC2C2187-6885-4B21-A334-F5B81746E87D}" type="presParOf" srcId="{012BE1D6-596A-411F-8A17-E58924D3C31C}" destId="{627700D5-22CD-4199-B5C9-4471BEDA5810}" srcOrd="1" destOrd="0" presId="urn:microsoft.com/office/officeart/2008/layout/BendingPictureBlocks"/>
    <dgm:cxn modelId="{73E615C6-91C0-44B7-AD57-72EB78A190A7}" type="presParOf" srcId="{BDDB2E50-54E2-4D7D-B29A-7A5F2FDD6008}" destId="{DDFAB5CB-1F48-49FC-9EAE-F7358260296C}" srcOrd="3" destOrd="0" presId="urn:microsoft.com/office/officeart/2008/layout/BendingPictureBlocks"/>
    <dgm:cxn modelId="{8122221E-9DE0-4312-866E-C167288C6E30}" type="presParOf" srcId="{BDDB2E50-54E2-4D7D-B29A-7A5F2FDD6008}" destId="{9A530087-CF52-4D26-B2ED-7161AA138F69}" srcOrd="4" destOrd="0" presId="urn:microsoft.com/office/officeart/2008/layout/BendingPictureBlocks"/>
    <dgm:cxn modelId="{4D0BEADF-F7DC-47D2-A198-AA75377DD787}" type="presParOf" srcId="{9A530087-CF52-4D26-B2ED-7161AA138F69}" destId="{5105540D-046F-4442-ACE8-7B8B0BD50A6C}" srcOrd="0" destOrd="0" presId="urn:microsoft.com/office/officeart/2008/layout/BendingPictureBlocks"/>
    <dgm:cxn modelId="{9C08613A-301C-4A7D-8BC5-2599E2E9C832}" type="presParOf" srcId="{9A530087-CF52-4D26-B2ED-7161AA138F69}" destId="{EAA0035B-65A4-440F-9A99-38C09B96731A}" srcOrd="1" destOrd="0" presId="urn:microsoft.com/office/officeart/2008/layout/BendingPictureBlocks"/>
    <dgm:cxn modelId="{F93A270B-4100-4A43-9AEB-6974ADFF5509}" type="presParOf" srcId="{BDDB2E50-54E2-4D7D-B29A-7A5F2FDD6008}" destId="{5E866025-C10A-4F7B-B459-8A03A71C3C0A}" srcOrd="5" destOrd="0" presId="urn:microsoft.com/office/officeart/2008/layout/BendingPictureBlocks"/>
    <dgm:cxn modelId="{62415DBC-65E5-4A46-8F4B-82BDA3E09934}" type="presParOf" srcId="{BDDB2E50-54E2-4D7D-B29A-7A5F2FDD6008}" destId="{611686DE-6109-47A1-A272-2761125C5ACD}" srcOrd="6" destOrd="0" presId="urn:microsoft.com/office/officeart/2008/layout/BendingPictureBlocks"/>
    <dgm:cxn modelId="{89D38E7D-F9A5-4401-AB67-D48BBA23E283}" type="presParOf" srcId="{611686DE-6109-47A1-A272-2761125C5ACD}" destId="{828BB16E-3BD1-4D21-BC23-44A84B56AFA4}" srcOrd="0" destOrd="0" presId="urn:microsoft.com/office/officeart/2008/layout/BendingPictureBlocks"/>
    <dgm:cxn modelId="{C8578235-6061-41F5-9F3A-809B73988E2C}" type="presParOf" srcId="{611686DE-6109-47A1-A272-2761125C5ACD}" destId="{05F604BC-7BA9-4901-97C5-4327BE054408}" srcOrd="1" destOrd="0" presId="urn:microsoft.com/office/officeart/2008/layout/BendingPictureBlocks"/>
    <dgm:cxn modelId="{1E828C86-5286-4DA6-8DCE-8DBEAD53BB38}" type="presParOf" srcId="{BDDB2E50-54E2-4D7D-B29A-7A5F2FDD6008}" destId="{619F9F07-0231-4C9A-9D73-8214EAA4264B}" srcOrd="7" destOrd="0" presId="urn:microsoft.com/office/officeart/2008/layout/BendingPictureBlocks"/>
    <dgm:cxn modelId="{432F6AF8-F779-4987-82F3-EBC5ECE991CE}" type="presParOf" srcId="{BDDB2E50-54E2-4D7D-B29A-7A5F2FDD6008}" destId="{130317D1-72C7-4DC9-B365-56B9262979EF}" srcOrd="8" destOrd="0" presId="urn:microsoft.com/office/officeart/2008/layout/BendingPictureBlocks"/>
    <dgm:cxn modelId="{A50E1253-805A-42C3-A86F-700831505EAD}" type="presParOf" srcId="{130317D1-72C7-4DC9-B365-56B9262979EF}" destId="{7FC1C68A-8180-4FFC-90F9-8A3CD5E862E8}" srcOrd="0" destOrd="0" presId="urn:microsoft.com/office/officeart/2008/layout/BendingPictureBlocks"/>
    <dgm:cxn modelId="{6BA61371-7806-4BEF-94DA-DBD6375BA8F9}" type="presParOf" srcId="{130317D1-72C7-4DC9-B365-56B9262979EF}" destId="{2B44BCA5-570B-4D95-A40D-920D6AFD4CA1}" srcOrd="1" destOrd="0" presId="urn:microsoft.com/office/officeart/2008/layout/BendingPictureBlocks"/>
    <dgm:cxn modelId="{CE473C07-01BA-49A5-A6DF-1BA1F028CED2}" type="presParOf" srcId="{BDDB2E50-54E2-4D7D-B29A-7A5F2FDD6008}" destId="{3A41748F-4F95-4BA4-A664-D2A615E203D6}" srcOrd="9" destOrd="0" presId="urn:microsoft.com/office/officeart/2008/layout/BendingPictureBlocks"/>
    <dgm:cxn modelId="{9ED9339E-4F0B-469F-9A94-45C9053AC13C}" type="presParOf" srcId="{BDDB2E50-54E2-4D7D-B29A-7A5F2FDD6008}" destId="{86BE993A-FDDB-47A3-B163-B4A1C0D81F5F}" srcOrd="10" destOrd="0" presId="urn:microsoft.com/office/officeart/2008/layout/BendingPictureBlocks"/>
    <dgm:cxn modelId="{6D5FCA12-6435-43A8-AFAF-63E96D804B3C}" type="presParOf" srcId="{86BE993A-FDDB-47A3-B163-B4A1C0D81F5F}" destId="{C0208C76-9690-4EA3-B1B9-453C44FBB891}" srcOrd="0" destOrd="0" presId="urn:microsoft.com/office/officeart/2008/layout/BendingPictureBlocks"/>
    <dgm:cxn modelId="{47B08A29-8B93-44E2-B43C-8008E9D99727}" type="presParOf" srcId="{86BE993A-FDDB-47A3-B163-B4A1C0D81F5F}" destId="{A7BCDE10-C7D5-4F6F-9BC8-DDAA581ABD04}" srcOrd="1" destOrd="0" presId="urn:microsoft.com/office/officeart/2008/layout/BendingPictureBlocks"/>
    <dgm:cxn modelId="{CB78321A-DA35-4C7C-9316-72EFA09C3F1C}" type="presParOf" srcId="{BDDB2E50-54E2-4D7D-B29A-7A5F2FDD6008}" destId="{8BC2FA20-BB41-4DE0-9B12-4C3C3D9D2788}" srcOrd="11" destOrd="0" presId="urn:microsoft.com/office/officeart/2008/layout/BendingPictureBlocks"/>
    <dgm:cxn modelId="{04F2B7A5-85E1-4EB2-A6BA-F19F7012BEB5}" type="presParOf" srcId="{BDDB2E50-54E2-4D7D-B29A-7A5F2FDD6008}" destId="{1CADABF2-ED14-4949-882D-405DA7EEE3B9}" srcOrd="12" destOrd="0" presId="urn:microsoft.com/office/officeart/2008/layout/BendingPictureBlocks"/>
    <dgm:cxn modelId="{C7BCA846-D2A1-4910-AA92-09C7DC326166}" type="presParOf" srcId="{1CADABF2-ED14-4949-882D-405DA7EEE3B9}" destId="{9FE85081-0842-48B7-A15C-7C543F78526B}" srcOrd="0" destOrd="0" presId="urn:microsoft.com/office/officeart/2008/layout/BendingPictureBlocks"/>
    <dgm:cxn modelId="{970DCCDB-04E0-435C-A0AF-042FA70BBB9F}" type="presParOf" srcId="{1CADABF2-ED14-4949-882D-405DA7EEE3B9}" destId="{8CD293F5-1E15-49DC-8F54-211F9B19C619}" srcOrd="1" destOrd="0" presId="urn:microsoft.com/office/officeart/2008/layout/BendingPictureBlocks"/>
    <dgm:cxn modelId="{243460A9-A4D5-4F95-9871-199FD1D926BF}" type="presParOf" srcId="{BDDB2E50-54E2-4D7D-B29A-7A5F2FDD6008}" destId="{02318469-1AEF-463F-96E0-3577B643ACD7}" srcOrd="13" destOrd="0" presId="urn:microsoft.com/office/officeart/2008/layout/BendingPictureBlocks"/>
    <dgm:cxn modelId="{E744DB27-EBB1-40D5-91E0-626B099B16B2}" type="presParOf" srcId="{BDDB2E50-54E2-4D7D-B29A-7A5F2FDD6008}" destId="{48433CDC-BC2B-4C43-BE4E-9B583A520C30}" srcOrd="14" destOrd="0" presId="urn:microsoft.com/office/officeart/2008/layout/BendingPictureBlocks"/>
    <dgm:cxn modelId="{3050CFB0-E39C-4019-8797-00B2532C35C6}" type="presParOf" srcId="{48433CDC-BC2B-4C43-BE4E-9B583A520C30}" destId="{3413620C-6D9A-4CF9-8473-F57E0F455AC2}" srcOrd="0" destOrd="0" presId="urn:microsoft.com/office/officeart/2008/layout/BendingPictureBlocks"/>
    <dgm:cxn modelId="{CC7BFE70-77D3-4294-BE2A-8A2B22FAC4DE}" type="presParOf" srcId="{48433CDC-BC2B-4C43-BE4E-9B583A520C30}" destId="{B152D780-5485-422F-B08D-8A5B2162530E}" srcOrd="1" destOrd="0" presId="urn:microsoft.com/office/officeart/2008/layout/BendingPictureBlocks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52CDCE8-859D-4F5F-9D2E-C939D60FBB9F}" type="doc">
      <dgm:prSet loTypeId="urn:microsoft.com/office/officeart/2005/8/layout/vList2" loCatId="list" qsTypeId="urn:microsoft.com/office/officeart/2005/8/quickstyle/simple1#6" qsCatId="simple" csTypeId="urn:microsoft.com/office/officeart/2005/8/colors/accent1_2#6" csCatId="accent1" phldr="1"/>
      <dgm:spPr/>
      <dgm:t>
        <a:bodyPr/>
        <a:lstStyle/>
        <a:p>
          <a:endParaRPr lang="en-US"/>
        </a:p>
      </dgm:t>
    </dgm:pt>
    <dgm:pt modelId="{6989DB36-AACA-4DE2-A88E-1DD569A7AEBB}">
      <dgm:prSet/>
      <dgm:spPr/>
      <dgm:t>
        <a:bodyPr/>
        <a:lstStyle/>
        <a:p>
          <a:pPr algn="ctr" rtl="1"/>
          <a:r>
            <a:rPr lang="en-US" dirty="0"/>
            <a:t> Connections and Pin Mapping</a:t>
          </a:r>
        </a:p>
      </dgm:t>
    </dgm:pt>
    <dgm:pt modelId="{F99DDB4E-13CE-46A7-AFFF-80A4E67AB48D}" type="parTrans" cxnId="{42988414-049D-40A8-8E49-4D9D4C15B208}">
      <dgm:prSet/>
      <dgm:spPr/>
      <dgm:t>
        <a:bodyPr/>
        <a:lstStyle/>
        <a:p>
          <a:endParaRPr lang="en-US"/>
        </a:p>
      </dgm:t>
    </dgm:pt>
    <dgm:pt modelId="{887ADC38-6D81-4CCB-B146-C44581C504DF}" type="sibTrans" cxnId="{42988414-049D-40A8-8E49-4D9D4C15B208}">
      <dgm:prSet/>
      <dgm:spPr/>
      <dgm:t>
        <a:bodyPr/>
        <a:lstStyle/>
        <a:p>
          <a:endParaRPr lang="en-US"/>
        </a:p>
      </dgm:t>
    </dgm:pt>
    <dgm:pt modelId="{3480CACD-AFA7-415A-84CB-A63CC52ABBD0}" type="pres">
      <dgm:prSet presAssocID="{D52CDCE8-859D-4F5F-9D2E-C939D60FBB9F}" presName="linear" presStyleCnt="0">
        <dgm:presLayoutVars>
          <dgm:animLvl val="lvl"/>
          <dgm:resizeHandles val="exact"/>
        </dgm:presLayoutVars>
      </dgm:prSet>
      <dgm:spPr/>
    </dgm:pt>
    <dgm:pt modelId="{812D440E-A8D6-414D-81E0-CB2246B2BDED}" type="pres">
      <dgm:prSet presAssocID="{6989DB36-AACA-4DE2-A88E-1DD569A7AEBB}" presName="parentText" presStyleLbl="node1" presStyleIdx="0" presStyleCnt="1" custLinFactX="-48130" custLinFactNeighborX="-100000" custLinFactNeighborY="-23669">
        <dgm:presLayoutVars>
          <dgm:chMax val="0"/>
          <dgm:bulletEnabled val="1"/>
        </dgm:presLayoutVars>
      </dgm:prSet>
      <dgm:spPr/>
    </dgm:pt>
  </dgm:ptLst>
  <dgm:cxnLst>
    <dgm:cxn modelId="{53B10F04-0A87-4C5A-AA6C-25E688358BF9}" type="presOf" srcId="{D52CDCE8-859D-4F5F-9D2E-C939D60FBB9F}" destId="{3480CACD-AFA7-415A-84CB-A63CC52ABBD0}" srcOrd="0" destOrd="0" presId="urn:microsoft.com/office/officeart/2005/8/layout/vList2"/>
    <dgm:cxn modelId="{42988414-049D-40A8-8E49-4D9D4C15B208}" srcId="{D52CDCE8-859D-4F5F-9D2E-C939D60FBB9F}" destId="{6989DB36-AACA-4DE2-A88E-1DD569A7AEBB}" srcOrd="0" destOrd="0" parTransId="{F99DDB4E-13CE-46A7-AFFF-80A4E67AB48D}" sibTransId="{887ADC38-6D81-4CCB-B146-C44581C504DF}"/>
    <dgm:cxn modelId="{16C4737A-1170-46D1-BC17-E5DE6C10C1A7}" type="presOf" srcId="{6989DB36-AACA-4DE2-A88E-1DD569A7AEBB}" destId="{812D440E-A8D6-414D-81E0-CB2246B2BDED}" srcOrd="0" destOrd="0" presId="urn:microsoft.com/office/officeart/2005/8/layout/vList2"/>
    <dgm:cxn modelId="{812DF411-38F8-438C-B6B8-41C2F5FE08A4}" type="presParOf" srcId="{3480CACD-AFA7-415A-84CB-A63CC52ABBD0}" destId="{812D440E-A8D6-414D-81E0-CB2246B2BDED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8CA6D3B-9CFD-4B5A-8941-3359C0A1623D}" type="doc">
      <dgm:prSet loTypeId="urn:microsoft.com/office/officeart/2005/8/layout/hierarchy2" loCatId="hierarchy" qsTypeId="urn:microsoft.com/office/officeart/2005/8/quickstyle/simple1#7" qsCatId="simple" csTypeId="urn:microsoft.com/office/officeart/2005/8/colors/accent1_2#7" csCatId="accent1" phldr="1"/>
      <dgm:spPr/>
      <dgm:t>
        <a:bodyPr/>
        <a:lstStyle/>
        <a:p>
          <a:endParaRPr lang="en-US"/>
        </a:p>
      </dgm:t>
    </dgm:pt>
    <dgm:pt modelId="{5D0307E8-5BE1-45BA-A46B-53F0E9702720}">
      <dgm:prSet phldrT="[Text]"/>
      <dgm:spPr/>
      <dgm:t>
        <a:bodyPr/>
        <a:lstStyle/>
        <a:p>
          <a:pPr>
            <a:buNone/>
          </a:pPr>
          <a:r>
            <a:rPr lang="en-US" dirty="0"/>
            <a:t>Start</a:t>
          </a:r>
        </a:p>
      </dgm:t>
    </dgm:pt>
    <dgm:pt modelId="{9F8D0B4C-BC0B-47D1-AAEE-DC4C5FD497D1}" type="parTrans" cxnId="{C8FF2ED8-F60B-4FAB-89DD-F8D0DBD2D92E}">
      <dgm:prSet/>
      <dgm:spPr/>
      <dgm:t>
        <a:bodyPr/>
        <a:lstStyle/>
        <a:p>
          <a:endParaRPr lang="en-US"/>
        </a:p>
      </dgm:t>
    </dgm:pt>
    <dgm:pt modelId="{1088AAD3-632E-42B6-82AC-AB0D4AF25A5B}" type="sibTrans" cxnId="{C8FF2ED8-F60B-4FAB-89DD-F8D0DBD2D92E}">
      <dgm:prSet/>
      <dgm:spPr/>
      <dgm:t>
        <a:bodyPr/>
        <a:lstStyle/>
        <a:p>
          <a:endParaRPr lang="en-US"/>
        </a:p>
      </dgm:t>
    </dgm:pt>
    <dgm:pt modelId="{BD0DE611-686D-467A-8E2C-36A50232A367}">
      <dgm:prSet phldrT="[Text]"/>
      <dgm:spPr/>
      <dgm:t>
        <a:bodyPr/>
        <a:lstStyle/>
        <a:p>
          <a:pPr>
            <a:buNone/>
          </a:pPr>
          <a:r>
            <a:rPr lang="en-US" dirty="0"/>
            <a:t>Scan RFID</a:t>
          </a:r>
        </a:p>
      </dgm:t>
    </dgm:pt>
    <dgm:pt modelId="{5C590863-76D2-4A83-9C1A-DB642C4B252D}" type="parTrans" cxnId="{08F4E437-82B3-4D75-BD86-C018006E4B7E}">
      <dgm:prSet/>
      <dgm:spPr/>
      <dgm:t>
        <a:bodyPr/>
        <a:lstStyle/>
        <a:p>
          <a:endParaRPr lang="en-US"/>
        </a:p>
      </dgm:t>
    </dgm:pt>
    <dgm:pt modelId="{210CA93E-3E7B-4D87-A971-63DEDC7C2732}" type="sibTrans" cxnId="{08F4E437-82B3-4D75-BD86-C018006E4B7E}">
      <dgm:prSet/>
      <dgm:spPr/>
      <dgm:t>
        <a:bodyPr/>
        <a:lstStyle/>
        <a:p>
          <a:endParaRPr lang="en-US"/>
        </a:p>
      </dgm:t>
    </dgm:pt>
    <dgm:pt modelId="{7CEA8A3F-0545-438C-A38E-A4748452B22B}">
      <dgm:prSet phldrT="[Text]"/>
      <dgm:spPr/>
      <dgm:t>
        <a:bodyPr/>
        <a:lstStyle/>
        <a:p>
          <a:pPr>
            <a:buNone/>
          </a:pPr>
          <a:r>
            <a:rPr lang="en-US" dirty="0"/>
            <a:t>Read UID</a:t>
          </a:r>
          <a:endParaRPr lang="fa-IR" dirty="0"/>
        </a:p>
      </dgm:t>
    </dgm:pt>
    <dgm:pt modelId="{B367481C-3910-4FA1-B826-57F8574ECB78}" type="parTrans" cxnId="{98D3EF5B-80AF-4667-AD63-1E9D802C77B1}">
      <dgm:prSet/>
      <dgm:spPr/>
      <dgm:t>
        <a:bodyPr/>
        <a:lstStyle/>
        <a:p>
          <a:endParaRPr lang="en-US"/>
        </a:p>
      </dgm:t>
    </dgm:pt>
    <dgm:pt modelId="{173F59E7-4E59-4402-AC3C-5E1A4524AF6C}" type="sibTrans" cxnId="{98D3EF5B-80AF-4667-AD63-1E9D802C77B1}">
      <dgm:prSet/>
      <dgm:spPr/>
      <dgm:t>
        <a:bodyPr/>
        <a:lstStyle/>
        <a:p>
          <a:endParaRPr lang="en-US"/>
        </a:p>
      </dgm:t>
    </dgm:pt>
    <dgm:pt modelId="{1DD3BB38-69E8-4A4A-9FAB-22CDFB850E72}">
      <dgm:prSet phldrT="[Text]"/>
      <dgm:spPr/>
      <dgm:t>
        <a:bodyPr/>
        <a:lstStyle/>
        <a:p>
          <a:pPr>
            <a:buNone/>
          </a:pPr>
          <a:r>
            <a:rPr lang="en-US" dirty="0"/>
            <a:t>Identify User</a:t>
          </a:r>
        </a:p>
      </dgm:t>
    </dgm:pt>
    <dgm:pt modelId="{D72AE58A-3041-4E6B-9072-FB8A2BFEF3A0}" type="parTrans" cxnId="{553B28FD-98F8-4130-B200-FFDB267E8007}">
      <dgm:prSet/>
      <dgm:spPr/>
      <dgm:t>
        <a:bodyPr/>
        <a:lstStyle/>
        <a:p>
          <a:endParaRPr lang="en-US"/>
        </a:p>
      </dgm:t>
    </dgm:pt>
    <dgm:pt modelId="{0296DD39-2689-4035-8F0E-F3AC94516E00}" type="sibTrans" cxnId="{553B28FD-98F8-4130-B200-FFDB267E8007}">
      <dgm:prSet/>
      <dgm:spPr/>
      <dgm:t>
        <a:bodyPr/>
        <a:lstStyle/>
        <a:p>
          <a:endParaRPr lang="en-US"/>
        </a:p>
      </dgm:t>
    </dgm:pt>
    <dgm:pt modelId="{FEC1822E-D65B-4EE7-8F88-48F5BF42ED09}">
      <dgm:prSet phldrT="[Text]"/>
      <dgm:spPr/>
      <dgm:t>
        <a:bodyPr/>
        <a:lstStyle/>
        <a:p>
          <a:pPr>
            <a:buNone/>
          </a:pPr>
          <a:r>
            <a:rPr lang="en-US" dirty="0"/>
            <a:t>Allowed Time Verification</a:t>
          </a:r>
        </a:p>
      </dgm:t>
    </dgm:pt>
    <dgm:pt modelId="{53D94595-F0DF-4B03-81DC-25C9F50ADEDA}" type="parTrans" cxnId="{1C23C2F4-741B-4AC6-90FA-FE579381719B}">
      <dgm:prSet/>
      <dgm:spPr/>
      <dgm:t>
        <a:bodyPr/>
        <a:lstStyle/>
        <a:p>
          <a:endParaRPr lang="en-US"/>
        </a:p>
      </dgm:t>
    </dgm:pt>
    <dgm:pt modelId="{8932415B-053F-4602-82F6-7FC5C4D29643}" type="sibTrans" cxnId="{1C23C2F4-741B-4AC6-90FA-FE579381719B}">
      <dgm:prSet/>
      <dgm:spPr/>
      <dgm:t>
        <a:bodyPr/>
        <a:lstStyle/>
        <a:p>
          <a:endParaRPr lang="en-US"/>
        </a:p>
      </dgm:t>
    </dgm:pt>
    <dgm:pt modelId="{2103394B-3AC1-4591-899D-7514F057386A}">
      <dgm:prSet phldrT="[Text]"/>
      <dgm:spPr/>
      <dgm:t>
        <a:bodyPr/>
        <a:lstStyle/>
        <a:p>
          <a:pPr>
            <a:buNone/>
          </a:pPr>
          <a:r>
            <a:rPr lang="en-US" dirty="0"/>
            <a:t>Is It Allowed?</a:t>
          </a:r>
        </a:p>
      </dgm:t>
    </dgm:pt>
    <dgm:pt modelId="{BB505662-726A-49D8-9BCA-3DA9CBDA1E36}" type="parTrans" cxnId="{77A42859-30F0-4662-9055-BC22D339F4FE}">
      <dgm:prSet/>
      <dgm:spPr/>
      <dgm:t>
        <a:bodyPr/>
        <a:lstStyle/>
        <a:p>
          <a:endParaRPr lang="en-US"/>
        </a:p>
      </dgm:t>
    </dgm:pt>
    <dgm:pt modelId="{EBD90A30-B00C-496E-9F75-0AA7C48B8357}" type="sibTrans" cxnId="{77A42859-30F0-4662-9055-BC22D339F4FE}">
      <dgm:prSet/>
      <dgm:spPr/>
      <dgm:t>
        <a:bodyPr/>
        <a:lstStyle/>
        <a:p>
          <a:endParaRPr lang="en-US"/>
        </a:p>
      </dgm:t>
    </dgm:pt>
    <dgm:pt modelId="{21BE28E5-835C-41F5-9A6E-0CAE24F47D6F}">
      <dgm:prSet phldrT="[Text]"/>
      <dgm:spPr/>
      <dgm:t>
        <a:bodyPr/>
        <a:lstStyle/>
        <a:p>
          <a:r>
            <a:rPr lang="en-US" dirty="0"/>
            <a:t>Yes</a:t>
          </a:r>
        </a:p>
      </dgm:t>
    </dgm:pt>
    <dgm:pt modelId="{25507D58-75A1-4DA9-9050-83AC8E773137}" type="parTrans" cxnId="{8D61F490-37B3-4B64-A08B-C758D80F79C9}">
      <dgm:prSet/>
      <dgm:spPr/>
      <dgm:t>
        <a:bodyPr/>
        <a:lstStyle/>
        <a:p>
          <a:endParaRPr lang="en-US"/>
        </a:p>
      </dgm:t>
    </dgm:pt>
    <dgm:pt modelId="{BA872C07-D524-4EA7-8D4A-D61D33F80E88}" type="sibTrans" cxnId="{8D61F490-37B3-4B64-A08B-C758D80F79C9}">
      <dgm:prSet/>
      <dgm:spPr/>
      <dgm:t>
        <a:bodyPr/>
        <a:lstStyle/>
        <a:p>
          <a:endParaRPr lang="en-US"/>
        </a:p>
      </dgm:t>
    </dgm:pt>
    <dgm:pt modelId="{22212213-3842-4604-A2C6-CCE8AEFDD4AA}">
      <dgm:prSet phldrT="[Text]" phldr="0"/>
      <dgm:spPr/>
      <dgm:t>
        <a:bodyPr/>
        <a:lstStyle/>
        <a:p>
          <a:r>
            <a:rPr lang="en-US" dirty="0"/>
            <a:t>No</a:t>
          </a:r>
        </a:p>
      </dgm:t>
    </dgm:pt>
    <dgm:pt modelId="{3187C4EA-E215-4D4E-B920-64B3ECD62223}" type="parTrans" cxnId="{19CDB336-238D-42D6-932F-5B7AD843405F}">
      <dgm:prSet/>
      <dgm:spPr/>
      <dgm:t>
        <a:bodyPr/>
        <a:lstStyle/>
        <a:p>
          <a:endParaRPr lang="en-US"/>
        </a:p>
      </dgm:t>
    </dgm:pt>
    <dgm:pt modelId="{CE89D335-01B0-49DD-9EFE-DA17BBAE58D9}" type="sibTrans" cxnId="{19CDB336-238D-42D6-932F-5B7AD843405F}">
      <dgm:prSet/>
      <dgm:spPr/>
      <dgm:t>
        <a:bodyPr/>
        <a:lstStyle/>
        <a:p>
          <a:endParaRPr lang="en-US"/>
        </a:p>
      </dgm:t>
    </dgm:pt>
    <dgm:pt modelId="{DB84E91D-2086-406D-AF50-A311F5940ECF}">
      <dgm:prSet phldrT="[Text]"/>
      <dgm:spPr/>
      <dgm:t>
        <a:bodyPr/>
        <a:lstStyle/>
        <a:p>
          <a:r>
            <a:rPr lang="en-US" dirty="0"/>
            <a:t>IN/OUT</a:t>
          </a:r>
        </a:p>
      </dgm:t>
    </dgm:pt>
    <dgm:pt modelId="{C058F8B4-3E5F-40D8-8E27-44BE76B583BB}" type="parTrans" cxnId="{5951CEE4-3EC0-4522-BCB6-21FA3CE9FF5B}">
      <dgm:prSet/>
      <dgm:spPr/>
      <dgm:t>
        <a:bodyPr/>
        <a:lstStyle/>
        <a:p>
          <a:endParaRPr lang="en-US"/>
        </a:p>
      </dgm:t>
    </dgm:pt>
    <dgm:pt modelId="{F96169A7-91A0-40A5-BAD7-1CCF1EFEA553}" type="sibTrans" cxnId="{5951CEE4-3EC0-4522-BCB6-21FA3CE9FF5B}">
      <dgm:prSet/>
      <dgm:spPr/>
      <dgm:t>
        <a:bodyPr/>
        <a:lstStyle/>
        <a:p>
          <a:endParaRPr lang="en-US"/>
        </a:p>
      </dgm:t>
    </dgm:pt>
    <dgm:pt modelId="{82946814-3B73-43D3-82C4-D6A2DA8090AB}">
      <dgm:prSet phldrT="[Text]"/>
      <dgm:spPr/>
      <dgm:t>
        <a:bodyPr/>
        <a:lstStyle/>
        <a:p>
          <a:pPr>
            <a:buNone/>
          </a:pPr>
          <a:r>
            <a:rPr lang="en-US" dirty="0"/>
            <a:t>Access Denied</a:t>
          </a:r>
        </a:p>
      </dgm:t>
    </dgm:pt>
    <dgm:pt modelId="{A6758F83-8C80-4328-8945-8BE36A761781}" type="parTrans" cxnId="{98161F88-5095-4FAA-BD1C-189D27BF04C5}">
      <dgm:prSet/>
      <dgm:spPr/>
      <dgm:t>
        <a:bodyPr/>
        <a:lstStyle/>
        <a:p>
          <a:endParaRPr lang="en-US"/>
        </a:p>
      </dgm:t>
    </dgm:pt>
    <dgm:pt modelId="{412AFC23-B5AB-40ED-81F9-3B4516B9A32D}" type="sibTrans" cxnId="{98161F88-5095-4FAA-BD1C-189D27BF04C5}">
      <dgm:prSet/>
      <dgm:spPr/>
      <dgm:t>
        <a:bodyPr/>
        <a:lstStyle/>
        <a:p>
          <a:endParaRPr lang="en-US"/>
        </a:p>
      </dgm:t>
    </dgm:pt>
    <dgm:pt modelId="{E436B512-D970-4F01-B9E3-50F685281899}">
      <dgm:prSet phldrT="[Text]"/>
      <dgm:spPr/>
      <dgm:t>
        <a:bodyPr/>
        <a:lstStyle/>
        <a:p>
          <a:pPr>
            <a:buNone/>
          </a:pPr>
          <a:r>
            <a:rPr lang="en-US" dirty="0"/>
            <a:t>Data Logging</a:t>
          </a:r>
        </a:p>
      </dgm:t>
    </dgm:pt>
    <dgm:pt modelId="{B0F9068D-7B5A-428D-AFC6-E8FC2F9D94D9}" type="parTrans" cxnId="{C6D8710D-381C-4F16-939B-8DBA4CACD8F5}">
      <dgm:prSet/>
      <dgm:spPr/>
      <dgm:t>
        <a:bodyPr/>
        <a:lstStyle/>
        <a:p>
          <a:endParaRPr lang="en-US"/>
        </a:p>
      </dgm:t>
    </dgm:pt>
    <dgm:pt modelId="{7270CA88-0AFE-4F4E-9987-081F5B1CE3C3}" type="sibTrans" cxnId="{C6D8710D-381C-4F16-939B-8DBA4CACD8F5}">
      <dgm:prSet/>
      <dgm:spPr/>
      <dgm:t>
        <a:bodyPr/>
        <a:lstStyle/>
        <a:p>
          <a:endParaRPr lang="en-US"/>
        </a:p>
      </dgm:t>
    </dgm:pt>
    <dgm:pt modelId="{E77C0DB8-19E4-44C0-8D8A-527EEF832B3B}">
      <dgm:prSet phldrT="[Text]"/>
      <dgm:spPr/>
      <dgm:t>
        <a:bodyPr/>
        <a:lstStyle/>
        <a:p>
          <a:pPr>
            <a:buNone/>
          </a:pPr>
          <a:r>
            <a:rPr lang="en-US" dirty="0"/>
            <a:t>Show Results</a:t>
          </a:r>
        </a:p>
      </dgm:t>
    </dgm:pt>
    <dgm:pt modelId="{E26CF6B8-BA71-4D5D-8EE4-13E61619EF3A}" type="parTrans" cxnId="{6B6E3A34-B198-4AF0-80C1-DF02E7573BC4}">
      <dgm:prSet/>
      <dgm:spPr/>
      <dgm:t>
        <a:bodyPr/>
        <a:lstStyle/>
        <a:p>
          <a:endParaRPr lang="en-US"/>
        </a:p>
      </dgm:t>
    </dgm:pt>
    <dgm:pt modelId="{97BC8509-61D2-44FD-9716-462098E406A4}" type="sibTrans" cxnId="{6B6E3A34-B198-4AF0-80C1-DF02E7573BC4}">
      <dgm:prSet/>
      <dgm:spPr/>
      <dgm:t>
        <a:bodyPr/>
        <a:lstStyle/>
        <a:p>
          <a:endParaRPr lang="en-US"/>
        </a:p>
      </dgm:t>
    </dgm:pt>
    <dgm:pt modelId="{60C076F7-0C41-43AA-B677-99CC577CC6DE}" type="pres">
      <dgm:prSet presAssocID="{B8CA6D3B-9CFD-4B5A-8941-3359C0A1623D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8F892489-A737-4E5D-BF13-71C49AD6E747}" type="pres">
      <dgm:prSet presAssocID="{5D0307E8-5BE1-45BA-A46B-53F0E9702720}" presName="root1" presStyleCnt="0"/>
      <dgm:spPr/>
    </dgm:pt>
    <dgm:pt modelId="{1F920646-F1F4-40B1-B2D7-6F5CD8AB707B}" type="pres">
      <dgm:prSet presAssocID="{5D0307E8-5BE1-45BA-A46B-53F0E9702720}" presName="LevelOneTextNode" presStyleLbl="node0" presStyleIdx="0" presStyleCnt="1">
        <dgm:presLayoutVars>
          <dgm:chPref val="3"/>
        </dgm:presLayoutVars>
      </dgm:prSet>
      <dgm:spPr/>
    </dgm:pt>
    <dgm:pt modelId="{BD17729D-A361-4E14-9BF9-A9155E8C7223}" type="pres">
      <dgm:prSet presAssocID="{5D0307E8-5BE1-45BA-A46B-53F0E9702720}" presName="level2hierChild" presStyleCnt="0"/>
      <dgm:spPr/>
    </dgm:pt>
    <dgm:pt modelId="{10D33D6A-A73B-4A24-B47C-3E6BD1D82386}" type="pres">
      <dgm:prSet presAssocID="{5C590863-76D2-4A83-9C1A-DB642C4B252D}" presName="conn2-1" presStyleLbl="parChTrans1D2" presStyleIdx="0" presStyleCnt="1"/>
      <dgm:spPr/>
    </dgm:pt>
    <dgm:pt modelId="{D90D2097-F579-4E9F-8C81-19492CC42122}" type="pres">
      <dgm:prSet presAssocID="{5C590863-76D2-4A83-9C1A-DB642C4B252D}" presName="connTx" presStyleLbl="parChTrans1D2" presStyleIdx="0" presStyleCnt="1"/>
      <dgm:spPr/>
    </dgm:pt>
    <dgm:pt modelId="{A6499693-8808-47C2-8BD9-74EA7648BD26}" type="pres">
      <dgm:prSet presAssocID="{BD0DE611-686D-467A-8E2C-36A50232A367}" presName="root2" presStyleCnt="0"/>
      <dgm:spPr/>
    </dgm:pt>
    <dgm:pt modelId="{C62BA02D-61F8-4206-A59E-A506FC798F0B}" type="pres">
      <dgm:prSet presAssocID="{BD0DE611-686D-467A-8E2C-36A50232A367}" presName="LevelTwoTextNode" presStyleLbl="node2" presStyleIdx="0" presStyleCnt="1">
        <dgm:presLayoutVars>
          <dgm:chPref val="3"/>
        </dgm:presLayoutVars>
      </dgm:prSet>
      <dgm:spPr/>
    </dgm:pt>
    <dgm:pt modelId="{4A36F44A-4542-445C-925B-D9FB0E4249FC}" type="pres">
      <dgm:prSet presAssocID="{BD0DE611-686D-467A-8E2C-36A50232A367}" presName="level3hierChild" presStyleCnt="0"/>
      <dgm:spPr/>
    </dgm:pt>
    <dgm:pt modelId="{843D6BE0-8144-46A3-90AD-0FE3D5849B63}" type="pres">
      <dgm:prSet presAssocID="{B367481C-3910-4FA1-B826-57F8574ECB78}" presName="conn2-1" presStyleLbl="parChTrans1D3" presStyleIdx="0" presStyleCnt="1"/>
      <dgm:spPr/>
    </dgm:pt>
    <dgm:pt modelId="{EE6220F5-AD26-4372-BFDA-DB24CAB1AFCE}" type="pres">
      <dgm:prSet presAssocID="{B367481C-3910-4FA1-B826-57F8574ECB78}" presName="connTx" presStyleLbl="parChTrans1D3" presStyleIdx="0" presStyleCnt="1"/>
      <dgm:spPr/>
    </dgm:pt>
    <dgm:pt modelId="{AC54F944-0678-49C8-83E1-9A13672EC191}" type="pres">
      <dgm:prSet presAssocID="{7CEA8A3F-0545-438C-A38E-A4748452B22B}" presName="root2" presStyleCnt="0"/>
      <dgm:spPr/>
    </dgm:pt>
    <dgm:pt modelId="{60957580-F946-42B4-9AAB-72DEC2449DBD}" type="pres">
      <dgm:prSet presAssocID="{7CEA8A3F-0545-438C-A38E-A4748452B22B}" presName="LevelTwoTextNode" presStyleLbl="node3" presStyleIdx="0" presStyleCnt="1">
        <dgm:presLayoutVars>
          <dgm:chPref val="3"/>
        </dgm:presLayoutVars>
      </dgm:prSet>
      <dgm:spPr/>
    </dgm:pt>
    <dgm:pt modelId="{72F02CAF-DDEF-4B6A-8CAC-5D082E015011}" type="pres">
      <dgm:prSet presAssocID="{7CEA8A3F-0545-438C-A38E-A4748452B22B}" presName="level3hierChild" presStyleCnt="0"/>
      <dgm:spPr/>
    </dgm:pt>
    <dgm:pt modelId="{519E0A88-B0C1-4A12-9170-05A579CB7E4B}" type="pres">
      <dgm:prSet presAssocID="{D72AE58A-3041-4E6B-9072-FB8A2BFEF3A0}" presName="conn2-1" presStyleLbl="parChTrans1D4" presStyleIdx="0" presStyleCnt="9"/>
      <dgm:spPr/>
    </dgm:pt>
    <dgm:pt modelId="{F0EB11B7-8475-45E3-A2BB-7208BDB7DCBA}" type="pres">
      <dgm:prSet presAssocID="{D72AE58A-3041-4E6B-9072-FB8A2BFEF3A0}" presName="connTx" presStyleLbl="parChTrans1D4" presStyleIdx="0" presStyleCnt="9"/>
      <dgm:spPr/>
    </dgm:pt>
    <dgm:pt modelId="{3BABD68C-271E-4172-82A7-3AF83D6A1AA8}" type="pres">
      <dgm:prSet presAssocID="{1DD3BB38-69E8-4A4A-9FAB-22CDFB850E72}" presName="root2" presStyleCnt="0"/>
      <dgm:spPr/>
    </dgm:pt>
    <dgm:pt modelId="{3448F644-8F6E-48E7-BFA3-964ABDF0E852}" type="pres">
      <dgm:prSet presAssocID="{1DD3BB38-69E8-4A4A-9FAB-22CDFB850E72}" presName="LevelTwoTextNode" presStyleLbl="node4" presStyleIdx="0" presStyleCnt="9">
        <dgm:presLayoutVars>
          <dgm:chPref val="3"/>
        </dgm:presLayoutVars>
      </dgm:prSet>
      <dgm:spPr/>
    </dgm:pt>
    <dgm:pt modelId="{1EAF562E-38CC-4E47-9DA2-A6F6B53F3E38}" type="pres">
      <dgm:prSet presAssocID="{1DD3BB38-69E8-4A4A-9FAB-22CDFB850E72}" presName="level3hierChild" presStyleCnt="0"/>
      <dgm:spPr/>
    </dgm:pt>
    <dgm:pt modelId="{9E48F78C-72A9-4097-B481-A937C4D1FB90}" type="pres">
      <dgm:prSet presAssocID="{53D94595-F0DF-4B03-81DC-25C9F50ADEDA}" presName="conn2-1" presStyleLbl="parChTrans1D4" presStyleIdx="1" presStyleCnt="9"/>
      <dgm:spPr/>
    </dgm:pt>
    <dgm:pt modelId="{97861A11-70AF-4C28-84C3-CE6D70C281DA}" type="pres">
      <dgm:prSet presAssocID="{53D94595-F0DF-4B03-81DC-25C9F50ADEDA}" presName="connTx" presStyleLbl="parChTrans1D4" presStyleIdx="1" presStyleCnt="9"/>
      <dgm:spPr/>
    </dgm:pt>
    <dgm:pt modelId="{3BF05B41-F222-4712-A2A7-ACA93815B688}" type="pres">
      <dgm:prSet presAssocID="{FEC1822E-D65B-4EE7-8F88-48F5BF42ED09}" presName="root2" presStyleCnt="0"/>
      <dgm:spPr/>
    </dgm:pt>
    <dgm:pt modelId="{1D2EDB74-A061-41EE-A180-0DD2EB6AAB20}" type="pres">
      <dgm:prSet presAssocID="{FEC1822E-D65B-4EE7-8F88-48F5BF42ED09}" presName="LevelTwoTextNode" presStyleLbl="node4" presStyleIdx="1" presStyleCnt="9">
        <dgm:presLayoutVars>
          <dgm:chPref val="3"/>
        </dgm:presLayoutVars>
      </dgm:prSet>
      <dgm:spPr/>
    </dgm:pt>
    <dgm:pt modelId="{9C112336-0836-4277-836D-94AFA5A2E2ED}" type="pres">
      <dgm:prSet presAssocID="{FEC1822E-D65B-4EE7-8F88-48F5BF42ED09}" presName="level3hierChild" presStyleCnt="0"/>
      <dgm:spPr/>
    </dgm:pt>
    <dgm:pt modelId="{AD1D327E-4940-47E3-9127-F3650F438544}" type="pres">
      <dgm:prSet presAssocID="{BB505662-726A-49D8-9BCA-3DA9CBDA1E36}" presName="conn2-1" presStyleLbl="parChTrans1D4" presStyleIdx="2" presStyleCnt="9"/>
      <dgm:spPr/>
    </dgm:pt>
    <dgm:pt modelId="{E8181690-3479-4234-9124-F96D8DF04BA4}" type="pres">
      <dgm:prSet presAssocID="{BB505662-726A-49D8-9BCA-3DA9CBDA1E36}" presName="connTx" presStyleLbl="parChTrans1D4" presStyleIdx="2" presStyleCnt="9"/>
      <dgm:spPr/>
    </dgm:pt>
    <dgm:pt modelId="{B1BE4FC0-FBB1-4B90-9578-52B96D2419B0}" type="pres">
      <dgm:prSet presAssocID="{2103394B-3AC1-4591-899D-7514F057386A}" presName="root2" presStyleCnt="0"/>
      <dgm:spPr/>
    </dgm:pt>
    <dgm:pt modelId="{1B253863-EFF9-4080-BCCE-B075657B1180}" type="pres">
      <dgm:prSet presAssocID="{2103394B-3AC1-4591-899D-7514F057386A}" presName="LevelTwoTextNode" presStyleLbl="node4" presStyleIdx="2" presStyleCnt="9">
        <dgm:presLayoutVars>
          <dgm:chPref val="3"/>
        </dgm:presLayoutVars>
      </dgm:prSet>
      <dgm:spPr/>
    </dgm:pt>
    <dgm:pt modelId="{BEF28117-3470-4E3E-9DDA-44F292570CA1}" type="pres">
      <dgm:prSet presAssocID="{2103394B-3AC1-4591-899D-7514F057386A}" presName="level3hierChild" presStyleCnt="0"/>
      <dgm:spPr/>
    </dgm:pt>
    <dgm:pt modelId="{516989B1-6933-4968-9A76-F7C7B72EA362}" type="pres">
      <dgm:prSet presAssocID="{25507D58-75A1-4DA9-9050-83AC8E773137}" presName="conn2-1" presStyleLbl="parChTrans1D4" presStyleIdx="3" presStyleCnt="9"/>
      <dgm:spPr/>
    </dgm:pt>
    <dgm:pt modelId="{46F01E95-4E9C-42B3-9C80-10015BD02780}" type="pres">
      <dgm:prSet presAssocID="{25507D58-75A1-4DA9-9050-83AC8E773137}" presName="connTx" presStyleLbl="parChTrans1D4" presStyleIdx="3" presStyleCnt="9"/>
      <dgm:spPr/>
    </dgm:pt>
    <dgm:pt modelId="{573A74EA-52C5-4A42-9163-C837440703A8}" type="pres">
      <dgm:prSet presAssocID="{21BE28E5-835C-41F5-9A6E-0CAE24F47D6F}" presName="root2" presStyleCnt="0"/>
      <dgm:spPr/>
    </dgm:pt>
    <dgm:pt modelId="{171EF080-C088-4EC4-B0FC-24C9014B5961}" type="pres">
      <dgm:prSet presAssocID="{21BE28E5-835C-41F5-9A6E-0CAE24F47D6F}" presName="LevelTwoTextNode" presStyleLbl="node4" presStyleIdx="3" presStyleCnt="9">
        <dgm:presLayoutVars>
          <dgm:chPref val="3"/>
        </dgm:presLayoutVars>
      </dgm:prSet>
      <dgm:spPr/>
    </dgm:pt>
    <dgm:pt modelId="{71142911-6F52-4987-B01D-44B701A56BE6}" type="pres">
      <dgm:prSet presAssocID="{21BE28E5-835C-41F5-9A6E-0CAE24F47D6F}" presName="level3hierChild" presStyleCnt="0"/>
      <dgm:spPr/>
    </dgm:pt>
    <dgm:pt modelId="{47D09E01-16D8-4C1A-BA34-C708E7A40387}" type="pres">
      <dgm:prSet presAssocID="{C058F8B4-3E5F-40D8-8E27-44BE76B583BB}" presName="conn2-1" presStyleLbl="parChTrans1D4" presStyleIdx="4" presStyleCnt="9"/>
      <dgm:spPr/>
    </dgm:pt>
    <dgm:pt modelId="{E5AB9D7B-9E76-417A-8851-481D7F1A3729}" type="pres">
      <dgm:prSet presAssocID="{C058F8B4-3E5F-40D8-8E27-44BE76B583BB}" presName="connTx" presStyleLbl="parChTrans1D4" presStyleIdx="4" presStyleCnt="9"/>
      <dgm:spPr/>
    </dgm:pt>
    <dgm:pt modelId="{A926E164-DE85-4B98-BAD6-91BA21E47461}" type="pres">
      <dgm:prSet presAssocID="{DB84E91D-2086-406D-AF50-A311F5940ECF}" presName="root2" presStyleCnt="0"/>
      <dgm:spPr/>
    </dgm:pt>
    <dgm:pt modelId="{79A27BF7-BFEC-4C4D-96BD-81944444756C}" type="pres">
      <dgm:prSet presAssocID="{DB84E91D-2086-406D-AF50-A311F5940ECF}" presName="LevelTwoTextNode" presStyleLbl="node4" presStyleIdx="4" presStyleCnt="9">
        <dgm:presLayoutVars>
          <dgm:chPref val="3"/>
        </dgm:presLayoutVars>
      </dgm:prSet>
      <dgm:spPr/>
    </dgm:pt>
    <dgm:pt modelId="{9A2B2720-D0AE-4D36-BB48-DD39AE66FFAA}" type="pres">
      <dgm:prSet presAssocID="{DB84E91D-2086-406D-AF50-A311F5940ECF}" presName="level3hierChild" presStyleCnt="0"/>
      <dgm:spPr/>
    </dgm:pt>
    <dgm:pt modelId="{C45B20C2-66D8-49CB-B9F2-BDAAE01D45EB}" type="pres">
      <dgm:prSet presAssocID="{B0F9068D-7B5A-428D-AFC6-E8FC2F9D94D9}" presName="conn2-1" presStyleLbl="parChTrans1D4" presStyleIdx="5" presStyleCnt="9"/>
      <dgm:spPr/>
    </dgm:pt>
    <dgm:pt modelId="{DB14ED38-F501-4D0D-8E07-0C6159C31E9F}" type="pres">
      <dgm:prSet presAssocID="{B0F9068D-7B5A-428D-AFC6-E8FC2F9D94D9}" presName="connTx" presStyleLbl="parChTrans1D4" presStyleIdx="5" presStyleCnt="9"/>
      <dgm:spPr/>
    </dgm:pt>
    <dgm:pt modelId="{CB883261-7850-470C-BD10-2813EF125040}" type="pres">
      <dgm:prSet presAssocID="{E436B512-D970-4F01-B9E3-50F685281899}" presName="root2" presStyleCnt="0"/>
      <dgm:spPr/>
    </dgm:pt>
    <dgm:pt modelId="{211D1F5C-C037-4AB3-82ED-87A601C3DCB5}" type="pres">
      <dgm:prSet presAssocID="{E436B512-D970-4F01-B9E3-50F685281899}" presName="LevelTwoTextNode" presStyleLbl="node4" presStyleIdx="5" presStyleCnt="9">
        <dgm:presLayoutVars>
          <dgm:chPref val="3"/>
        </dgm:presLayoutVars>
      </dgm:prSet>
      <dgm:spPr/>
    </dgm:pt>
    <dgm:pt modelId="{F2AD9D13-0429-4ADB-9A40-DAEF36B212F7}" type="pres">
      <dgm:prSet presAssocID="{E436B512-D970-4F01-B9E3-50F685281899}" presName="level3hierChild" presStyleCnt="0"/>
      <dgm:spPr/>
    </dgm:pt>
    <dgm:pt modelId="{FE802CE5-E0FD-4D7F-89A6-FEED5A424A96}" type="pres">
      <dgm:prSet presAssocID="{E26CF6B8-BA71-4D5D-8EE4-13E61619EF3A}" presName="conn2-1" presStyleLbl="parChTrans1D4" presStyleIdx="6" presStyleCnt="9"/>
      <dgm:spPr/>
    </dgm:pt>
    <dgm:pt modelId="{91BB167A-C5A0-410F-997F-8813B1A0BC9C}" type="pres">
      <dgm:prSet presAssocID="{E26CF6B8-BA71-4D5D-8EE4-13E61619EF3A}" presName="connTx" presStyleLbl="parChTrans1D4" presStyleIdx="6" presStyleCnt="9"/>
      <dgm:spPr/>
    </dgm:pt>
    <dgm:pt modelId="{5BF4BC61-A257-4C89-8F1A-948EF3B4F516}" type="pres">
      <dgm:prSet presAssocID="{E77C0DB8-19E4-44C0-8D8A-527EEF832B3B}" presName="root2" presStyleCnt="0"/>
      <dgm:spPr/>
    </dgm:pt>
    <dgm:pt modelId="{B10D5B3E-E248-4373-857B-0E615797478E}" type="pres">
      <dgm:prSet presAssocID="{E77C0DB8-19E4-44C0-8D8A-527EEF832B3B}" presName="LevelTwoTextNode" presStyleLbl="node4" presStyleIdx="6" presStyleCnt="9">
        <dgm:presLayoutVars>
          <dgm:chPref val="3"/>
        </dgm:presLayoutVars>
      </dgm:prSet>
      <dgm:spPr/>
    </dgm:pt>
    <dgm:pt modelId="{2D049DF7-68AD-4637-9275-4DF647859399}" type="pres">
      <dgm:prSet presAssocID="{E77C0DB8-19E4-44C0-8D8A-527EEF832B3B}" presName="level3hierChild" presStyleCnt="0"/>
      <dgm:spPr/>
    </dgm:pt>
    <dgm:pt modelId="{CD547C7E-3C79-4917-87F5-2C2C3CD71EBB}" type="pres">
      <dgm:prSet presAssocID="{3187C4EA-E215-4D4E-B920-64B3ECD62223}" presName="conn2-1" presStyleLbl="parChTrans1D4" presStyleIdx="7" presStyleCnt="9"/>
      <dgm:spPr/>
    </dgm:pt>
    <dgm:pt modelId="{0F14C4F5-2A61-4311-B80F-756D8C94B1CA}" type="pres">
      <dgm:prSet presAssocID="{3187C4EA-E215-4D4E-B920-64B3ECD62223}" presName="connTx" presStyleLbl="parChTrans1D4" presStyleIdx="7" presStyleCnt="9"/>
      <dgm:spPr/>
    </dgm:pt>
    <dgm:pt modelId="{C2A23B96-6425-45FE-B706-997FC6D6E0D2}" type="pres">
      <dgm:prSet presAssocID="{22212213-3842-4604-A2C6-CCE8AEFDD4AA}" presName="root2" presStyleCnt="0"/>
      <dgm:spPr/>
    </dgm:pt>
    <dgm:pt modelId="{56BAF19A-D05D-446B-9027-03E2189FDAB3}" type="pres">
      <dgm:prSet presAssocID="{22212213-3842-4604-A2C6-CCE8AEFDD4AA}" presName="LevelTwoTextNode" presStyleLbl="node4" presStyleIdx="7" presStyleCnt="9">
        <dgm:presLayoutVars>
          <dgm:chPref val="3"/>
        </dgm:presLayoutVars>
      </dgm:prSet>
      <dgm:spPr/>
    </dgm:pt>
    <dgm:pt modelId="{947EADE1-1292-435F-BC5C-57166E5CB40A}" type="pres">
      <dgm:prSet presAssocID="{22212213-3842-4604-A2C6-CCE8AEFDD4AA}" presName="level3hierChild" presStyleCnt="0"/>
      <dgm:spPr/>
    </dgm:pt>
    <dgm:pt modelId="{04F965F3-8931-4688-ABFE-915DC3642390}" type="pres">
      <dgm:prSet presAssocID="{A6758F83-8C80-4328-8945-8BE36A761781}" presName="conn2-1" presStyleLbl="parChTrans1D4" presStyleIdx="8" presStyleCnt="9"/>
      <dgm:spPr/>
    </dgm:pt>
    <dgm:pt modelId="{BBCA196A-0625-417A-A068-9D15FF777C18}" type="pres">
      <dgm:prSet presAssocID="{A6758F83-8C80-4328-8945-8BE36A761781}" presName="connTx" presStyleLbl="parChTrans1D4" presStyleIdx="8" presStyleCnt="9"/>
      <dgm:spPr/>
    </dgm:pt>
    <dgm:pt modelId="{2C7CECE2-A143-49E3-AC37-C248989D8148}" type="pres">
      <dgm:prSet presAssocID="{82946814-3B73-43D3-82C4-D6A2DA8090AB}" presName="root2" presStyleCnt="0"/>
      <dgm:spPr/>
    </dgm:pt>
    <dgm:pt modelId="{78862B93-8F03-49C6-AD78-4A7205E9E0DF}" type="pres">
      <dgm:prSet presAssocID="{82946814-3B73-43D3-82C4-D6A2DA8090AB}" presName="LevelTwoTextNode" presStyleLbl="node4" presStyleIdx="8" presStyleCnt="9">
        <dgm:presLayoutVars>
          <dgm:chPref val="3"/>
        </dgm:presLayoutVars>
      </dgm:prSet>
      <dgm:spPr/>
    </dgm:pt>
    <dgm:pt modelId="{3C3C7D8B-52F6-41BD-B63D-1398886A090D}" type="pres">
      <dgm:prSet presAssocID="{82946814-3B73-43D3-82C4-D6A2DA8090AB}" presName="level3hierChild" presStyleCnt="0"/>
      <dgm:spPr/>
    </dgm:pt>
  </dgm:ptLst>
  <dgm:cxnLst>
    <dgm:cxn modelId="{ACDFC903-BAB2-4771-98F2-87418E6B9248}" type="presOf" srcId="{21BE28E5-835C-41F5-9A6E-0CAE24F47D6F}" destId="{171EF080-C088-4EC4-B0FC-24C9014B5961}" srcOrd="0" destOrd="0" presId="urn:microsoft.com/office/officeart/2005/8/layout/hierarchy2"/>
    <dgm:cxn modelId="{61D4C004-42DB-4271-B4EE-F13B9C9CDCD4}" type="presOf" srcId="{1DD3BB38-69E8-4A4A-9FAB-22CDFB850E72}" destId="{3448F644-8F6E-48E7-BFA3-964ABDF0E852}" srcOrd="0" destOrd="0" presId="urn:microsoft.com/office/officeart/2005/8/layout/hierarchy2"/>
    <dgm:cxn modelId="{2AB44F0B-A27B-454B-8AB9-F7692F9A03AF}" type="presOf" srcId="{D72AE58A-3041-4E6B-9072-FB8A2BFEF3A0}" destId="{519E0A88-B0C1-4A12-9170-05A579CB7E4B}" srcOrd="0" destOrd="0" presId="urn:microsoft.com/office/officeart/2005/8/layout/hierarchy2"/>
    <dgm:cxn modelId="{C6D8710D-381C-4F16-939B-8DBA4CACD8F5}" srcId="{DB84E91D-2086-406D-AF50-A311F5940ECF}" destId="{E436B512-D970-4F01-B9E3-50F685281899}" srcOrd="0" destOrd="0" parTransId="{B0F9068D-7B5A-428D-AFC6-E8FC2F9D94D9}" sibTransId="{7270CA88-0AFE-4F4E-9987-081F5B1CE3C3}"/>
    <dgm:cxn modelId="{96C56310-0F5E-46C5-B7B4-7734DABCEF15}" type="presOf" srcId="{B0F9068D-7B5A-428D-AFC6-E8FC2F9D94D9}" destId="{DB14ED38-F501-4D0D-8E07-0C6159C31E9F}" srcOrd="1" destOrd="0" presId="urn:microsoft.com/office/officeart/2005/8/layout/hierarchy2"/>
    <dgm:cxn modelId="{922E1D14-CB5B-4436-A700-698FA177841F}" type="presOf" srcId="{25507D58-75A1-4DA9-9050-83AC8E773137}" destId="{516989B1-6933-4968-9A76-F7C7B72EA362}" srcOrd="0" destOrd="0" presId="urn:microsoft.com/office/officeart/2005/8/layout/hierarchy2"/>
    <dgm:cxn modelId="{841FA11F-3E8B-4B9C-89C8-30B998B405EF}" type="presOf" srcId="{C058F8B4-3E5F-40D8-8E27-44BE76B583BB}" destId="{E5AB9D7B-9E76-417A-8851-481D7F1A3729}" srcOrd="1" destOrd="0" presId="urn:microsoft.com/office/officeart/2005/8/layout/hierarchy2"/>
    <dgm:cxn modelId="{08B0BF2C-7A05-4982-BE6D-5D9E5C557BA4}" type="presOf" srcId="{BB505662-726A-49D8-9BCA-3DA9CBDA1E36}" destId="{AD1D327E-4940-47E3-9127-F3650F438544}" srcOrd="0" destOrd="0" presId="urn:microsoft.com/office/officeart/2005/8/layout/hierarchy2"/>
    <dgm:cxn modelId="{6B6E3A34-B198-4AF0-80C1-DF02E7573BC4}" srcId="{E436B512-D970-4F01-B9E3-50F685281899}" destId="{E77C0DB8-19E4-44C0-8D8A-527EEF832B3B}" srcOrd="0" destOrd="0" parTransId="{E26CF6B8-BA71-4D5D-8EE4-13E61619EF3A}" sibTransId="{97BC8509-61D2-44FD-9716-462098E406A4}"/>
    <dgm:cxn modelId="{CD8D6E36-0D25-41F8-A7B3-3B697A713E1B}" type="presOf" srcId="{A6758F83-8C80-4328-8945-8BE36A761781}" destId="{04F965F3-8931-4688-ABFE-915DC3642390}" srcOrd="0" destOrd="0" presId="urn:microsoft.com/office/officeart/2005/8/layout/hierarchy2"/>
    <dgm:cxn modelId="{C16EAC36-4BCE-4DCC-940B-E9805994407D}" type="presOf" srcId="{FEC1822E-D65B-4EE7-8F88-48F5BF42ED09}" destId="{1D2EDB74-A061-41EE-A180-0DD2EB6AAB20}" srcOrd="0" destOrd="0" presId="urn:microsoft.com/office/officeart/2005/8/layout/hierarchy2"/>
    <dgm:cxn modelId="{19CDB336-238D-42D6-932F-5B7AD843405F}" srcId="{2103394B-3AC1-4591-899D-7514F057386A}" destId="{22212213-3842-4604-A2C6-CCE8AEFDD4AA}" srcOrd="1" destOrd="0" parTransId="{3187C4EA-E215-4D4E-B920-64B3ECD62223}" sibTransId="{CE89D335-01B0-49DD-9EFE-DA17BBAE58D9}"/>
    <dgm:cxn modelId="{08F4E437-82B3-4D75-BD86-C018006E4B7E}" srcId="{5D0307E8-5BE1-45BA-A46B-53F0E9702720}" destId="{BD0DE611-686D-467A-8E2C-36A50232A367}" srcOrd="0" destOrd="0" parTransId="{5C590863-76D2-4A83-9C1A-DB642C4B252D}" sibTransId="{210CA93E-3E7B-4D87-A971-63DEDC7C2732}"/>
    <dgm:cxn modelId="{98D3EF5B-80AF-4667-AD63-1E9D802C77B1}" srcId="{BD0DE611-686D-467A-8E2C-36A50232A367}" destId="{7CEA8A3F-0545-438C-A38E-A4748452B22B}" srcOrd="0" destOrd="0" parTransId="{B367481C-3910-4FA1-B826-57F8574ECB78}" sibTransId="{173F59E7-4E59-4402-AC3C-5E1A4524AF6C}"/>
    <dgm:cxn modelId="{D5E65F5F-A272-488E-A879-E56C20917B29}" type="presOf" srcId="{E26CF6B8-BA71-4D5D-8EE4-13E61619EF3A}" destId="{91BB167A-C5A0-410F-997F-8813B1A0BC9C}" srcOrd="1" destOrd="0" presId="urn:microsoft.com/office/officeart/2005/8/layout/hierarchy2"/>
    <dgm:cxn modelId="{0DE7EA63-6149-414C-8116-FCB38C48B25D}" type="presOf" srcId="{A6758F83-8C80-4328-8945-8BE36A761781}" destId="{BBCA196A-0625-417A-A068-9D15FF777C18}" srcOrd="1" destOrd="0" presId="urn:microsoft.com/office/officeart/2005/8/layout/hierarchy2"/>
    <dgm:cxn modelId="{52EABC65-D6B5-40A0-B6D0-9CF8A37B2783}" type="presOf" srcId="{D72AE58A-3041-4E6B-9072-FB8A2BFEF3A0}" destId="{F0EB11B7-8475-45E3-A2BB-7208BDB7DCBA}" srcOrd="1" destOrd="0" presId="urn:microsoft.com/office/officeart/2005/8/layout/hierarchy2"/>
    <dgm:cxn modelId="{875A1067-7191-4F6A-8ADF-A280E9201674}" type="presOf" srcId="{53D94595-F0DF-4B03-81DC-25C9F50ADEDA}" destId="{97861A11-70AF-4C28-84C3-CE6D70C281DA}" srcOrd="1" destOrd="0" presId="urn:microsoft.com/office/officeart/2005/8/layout/hierarchy2"/>
    <dgm:cxn modelId="{9688696F-9C94-4D44-BF97-151BEBE0B43F}" type="presOf" srcId="{E77C0DB8-19E4-44C0-8D8A-527EEF832B3B}" destId="{B10D5B3E-E248-4373-857B-0E615797478E}" srcOrd="0" destOrd="0" presId="urn:microsoft.com/office/officeart/2005/8/layout/hierarchy2"/>
    <dgm:cxn modelId="{DC301C50-83CC-4761-8EA8-482C7EDE70B9}" type="presOf" srcId="{7CEA8A3F-0545-438C-A38E-A4748452B22B}" destId="{60957580-F946-42B4-9AAB-72DEC2449DBD}" srcOrd="0" destOrd="0" presId="urn:microsoft.com/office/officeart/2005/8/layout/hierarchy2"/>
    <dgm:cxn modelId="{BBAEDA54-2DDF-4A97-9D25-2487CD9A57AF}" type="presOf" srcId="{53D94595-F0DF-4B03-81DC-25C9F50ADEDA}" destId="{9E48F78C-72A9-4097-B481-A937C4D1FB90}" srcOrd="0" destOrd="0" presId="urn:microsoft.com/office/officeart/2005/8/layout/hierarchy2"/>
    <dgm:cxn modelId="{4B4CE554-D6C9-426A-BD12-1B3D30626B34}" type="presOf" srcId="{82946814-3B73-43D3-82C4-D6A2DA8090AB}" destId="{78862B93-8F03-49C6-AD78-4A7205E9E0DF}" srcOrd="0" destOrd="0" presId="urn:microsoft.com/office/officeart/2005/8/layout/hierarchy2"/>
    <dgm:cxn modelId="{68A8EA56-BDA1-4571-A50F-555A9C0E2884}" type="presOf" srcId="{5D0307E8-5BE1-45BA-A46B-53F0E9702720}" destId="{1F920646-F1F4-40B1-B2D7-6F5CD8AB707B}" srcOrd="0" destOrd="0" presId="urn:microsoft.com/office/officeart/2005/8/layout/hierarchy2"/>
    <dgm:cxn modelId="{77A42859-30F0-4662-9055-BC22D339F4FE}" srcId="{FEC1822E-D65B-4EE7-8F88-48F5BF42ED09}" destId="{2103394B-3AC1-4591-899D-7514F057386A}" srcOrd="0" destOrd="0" parTransId="{BB505662-726A-49D8-9BCA-3DA9CBDA1E36}" sibTransId="{EBD90A30-B00C-496E-9F75-0AA7C48B8357}"/>
    <dgm:cxn modelId="{B5D2B75A-6E75-4AA7-9303-5CBA98D61E8B}" type="presOf" srcId="{25507D58-75A1-4DA9-9050-83AC8E773137}" destId="{46F01E95-4E9C-42B3-9C80-10015BD02780}" srcOrd="1" destOrd="0" presId="urn:microsoft.com/office/officeart/2005/8/layout/hierarchy2"/>
    <dgm:cxn modelId="{7862A783-87E0-4932-A733-1E2D9CB895BC}" type="presOf" srcId="{3187C4EA-E215-4D4E-B920-64B3ECD62223}" destId="{CD547C7E-3C79-4917-87F5-2C2C3CD71EBB}" srcOrd="0" destOrd="0" presId="urn:microsoft.com/office/officeart/2005/8/layout/hierarchy2"/>
    <dgm:cxn modelId="{D3168386-7DD3-436E-B1EC-C9FC1F448A20}" type="presOf" srcId="{B0F9068D-7B5A-428D-AFC6-E8FC2F9D94D9}" destId="{C45B20C2-66D8-49CB-B9F2-BDAAE01D45EB}" srcOrd="0" destOrd="0" presId="urn:microsoft.com/office/officeart/2005/8/layout/hierarchy2"/>
    <dgm:cxn modelId="{98161F88-5095-4FAA-BD1C-189D27BF04C5}" srcId="{22212213-3842-4604-A2C6-CCE8AEFDD4AA}" destId="{82946814-3B73-43D3-82C4-D6A2DA8090AB}" srcOrd="0" destOrd="0" parTransId="{A6758F83-8C80-4328-8945-8BE36A761781}" sibTransId="{412AFC23-B5AB-40ED-81F9-3B4516B9A32D}"/>
    <dgm:cxn modelId="{F530958B-7A08-419B-B6E6-15C7B88C8418}" type="presOf" srcId="{C058F8B4-3E5F-40D8-8E27-44BE76B583BB}" destId="{47D09E01-16D8-4C1A-BA34-C708E7A40387}" srcOrd="0" destOrd="0" presId="urn:microsoft.com/office/officeart/2005/8/layout/hierarchy2"/>
    <dgm:cxn modelId="{8D61F490-37B3-4B64-A08B-C758D80F79C9}" srcId="{2103394B-3AC1-4591-899D-7514F057386A}" destId="{21BE28E5-835C-41F5-9A6E-0CAE24F47D6F}" srcOrd="0" destOrd="0" parTransId="{25507D58-75A1-4DA9-9050-83AC8E773137}" sibTransId="{BA872C07-D524-4EA7-8D4A-D61D33F80E88}"/>
    <dgm:cxn modelId="{8086AE92-ADF7-40B6-808B-BA43B6559710}" type="presOf" srcId="{E26CF6B8-BA71-4D5D-8EE4-13E61619EF3A}" destId="{FE802CE5-E0FD-4D7F-89A6-FEED5A424A96}" srcOrd="0" destOrd="0" presId="urn:microsoft.com/office/officeart/2005/8/layout/hierarchy2"/>
    <dgm:cxn modelId="{7A5A9197-92A6-4BE2-8DB0-00C53AB993BE}" type="presOf" srcId="{5C590863-76D2-4A83-9C1A-DB642C4B252D}" destId="{10D33D6A-A73B-4A24-B47C-3E6BD1D82386}" srcOrd="0" destOrd="0" presId="urn:microsoft.com/office/officeart/2005/8/layout/hierarchy2"/>
    <dgm:cxn modelId="{46500E9A-7234-4E0A-B2CE-3A4854456E9D}" type="presOf" srcId="{2103394B-3AC1-4591-899D-7514F057386A}" destId="{1B253863-EFF9-4080-BCCE-B075657B1180}" srcOrd="0" destOrd="0" presId="urn:microsoft.com/office/officeart/2005/8/layout/hierarchy2"/>
    <dgm:cxn modelId="{72A0A19B-20E7-43EC-8094-4465C6F0FD80}" type="presOf" srcId="{3187C4EA-E215-4D4E-B920-64B3ECD62223}" destId="{0F14C4F5-2A61-4311-B80F-756D8C94B1CA}" srcOrd="1" destOrd="0" presId="urn:microsoft.com/office/officeart/2005/8/layout/hierarchy2"/>
    <dgm:cxn modelId="{29C4E7B9-FC23-4826-8FC5-877BDC6B5F40}" type="presOf" srcId="{22212213-3842-4604-A2C6-CCE8AEFDD4AA}" destId="{56BAF19A-D05D-446B-9027-03E2189FDAB3}" srcOrd="0" destOrd="0" presId="urn:microsoft.com/office/officeart/2005/8/layout/hierarchy2"/>
    <dgm:cxn modelId="{EE482CC5-BA9C-4DAE-A142-A161EA98DEEB}" type="presOf" srcId="{E436B512-D970-4F01-B9E3-50F685281899}" destId="{211D1F5C-C037-4AB3-82ED-87A601C3DCB5}" srcOrd="0" destOrd="0" presId="urn:microsoft.com/office/officeart/2005/8/layout/hierarchy2"/>
    <dgm:cxn modelId="{AAE56BCB-4FF5-4488-98FC-0F6C7DFD7157}" type="presOf" srcId="{DB84E91D-2086-406D-AF50-A311F5940ECF}" destId="{79A27BF7-BFEC-4C4D-96BD-81944444756C}" srcOrd="0" destOrd="0" presId="urn:microsoft.com/office/officeart/2005/8/layout/hierarchy2"/>
    <dgm:cxn modelId="{C8FF2ED8-F60B-4FAB-89DD-F8D0DBD2D92E}" srcId="{B8CA6D3B-9CFD-4B5A-8941-3359C0A1623D}" destId="{5D0307E8-5BE1-45BA-A46B-53F0E9702720}" srcOrd="0" destOrd="0" parTransId="{9F8D0B4C-BC0B-47D1-AAEE-DC4C5FD497D1}" sibTransId="{1088AAD3-632E-42B6-82AC-AB0D4AF25A5B}"/>
    <dgm:cxn modelId="{A8B32CE3-585D-47AF-B10E-B7C2583D703C}" type="presOf" srcId="{5C590863-76D2-4A83-9C1A-DB642C4B252D}" destId="{D90D2097-F579-4E9F-8C81-19492CC42122}" srcOrd="1" destOrd="0" presId="urn:microsoft.com/office/officeart/2005/8/layout/hierarchy2"/>
    <dgm:cxn modelId="{5951CEE4-3EC0-4522-BCB6-21FA3CE9FF5B}" srcId="{21BE28E5-835C-41F5-9A6E-0CAE24F47D6F}" destId="{DB84E91D-2086-406D-AF50-A311F5940ECF}" srcOrd="0" destOrd="0" parTransId="{C058F8B4-3E5F-40D8-8E27-44BE76B583BB}" sibTransId="{F96169A7-91A0-40A5-BAD7-1CCF1EFEA553}"/>
    <dgm:cxn modelId="{98B405E9-1E67-463E-BF3C-BB308EFCBD74}" type="presOf" srcId="{B367481C-3910-4FA1-B826-57F8574ECB78}" destId="{EE6220F5-AD26-4372-BFDA-DB24CAB1AFCE}" srcOrd="1" destOrd="0" presId="urn:microsoft.com/office/officeart/2005/8/layout/hierarchy2"/>
    <dgm:cxn modelId="{CC3D02F0-8D76-4D52-9883-AC141A910F26}" type="presOf" srcId="{BB505662-726A-49D8-9BCA-3DA9CBDA1E36}" destId="{E8181690-3479-4234-9124-F96D8DF04BA4}" srcOrd="1" destOrd="0" presId="urn:microsoft.com/office/officeart/2005/8/layout/hierarchy2"/>
    <dgm:cxn modelId="{1C23C2F4-741B-4AC6-90FA-FE579381719B}" srcId="{1DD3BB38-69E8-4A4A-9FAB-22CDFB850E72}" destId="{FEC1822E-D65B-4EE7-8F88-48F5BF42ED09}" srcOrd="0" destOrd="0" parTransId="{53D94595-F0DF-4B03-81DC-25C9F50ADEDA}" sibTransId="{8932415B-053F-4602-82F6-7FC5C4D29643}"/>
    <dgm:cxn modelId="{907E46F6-5034-4CCD-ACC8-A701635395B1}" type="presOf" srcId="{B8CA6D3B-9CFD-4B5A-8941-3359C0A1623D}" destId="{60C076F7-0C41-43AA-B677-99CC577CC6DE}" srcOrd="0" destOrd="0" presId="urn:microsoft.com/office/officeart/2005/8/layout/hierarchy2"/>
    <dgm:cxn modelId="{A4D56AF6-B9AB-4505-8D55-EF3D3138CC5D}" type="presOf" srcId="{BD0DE611-686D-467A-8E2C-36A50232A367}" destId="{C62BA02D-61F8-4206-A59E-A506FC798F0B}" srcOrd="0" destOrd="0" presId="urn:microsoft.com/office/officeart/2005/8/layout/hierarchy2"/>
    <dgm:cxn modelId="{FFCCABF8-8B64-4314-B350-70A91C2EB880}" type="presOf" srcId="{B367481C-3910-4FA1-B826-57F8574ECB78}" destId="{843D6BE0-8144-46A3-90AD-0FE3D5849B63}" srcOrd="0" destOrd="0" presId="urn:microsoft.com/office/officeart/2005/8/layout/hierarchy2"/>
    <dgm:cxn modelId="{553B28FD-98F8-4130-B200-FFDB267E8007}" srcId="{7CEA8A3F-0545-438C-A38E-A4748452B22B}" destId="{1DD3BB38-69E8-4A4A-9FAB-22CDFB850E72}" srcOrd="0" destOrd="0" parTransId="{D72AE58A-3041-4E6B-9072-FB8A2BFEF3A0}" sibTransId="{0296DD39-2689-4035-8F0E-F3AC94516E00}"/>
    <dgm:cxn modelId="{DCCC03EC-F8C3-4276-B964-38F87D5F4507}" type="presParOf" srcId="{60C076F7-0C41-43AA-B677-99CC577CC6DE}" destId="{8F892489-A737-4E5D-BF13-71C49AD6E747}" srcOrd="0" destOrd="0" presId="urn:microsoft.com/office/officeart/2005/8/layout/hierarchy2"/>
    <dgm:cxn modelId="{D8DFC71D-91D1-4A0C-B016-278C3304E1D2}" type="presParOf" srcId="{8F892489-A737-4E5D-BF13-71C49AD6E747}" destId="{1F920646-F1F4-40B1-B2D7-6F5CD8AB707B}" srcOrd="0" destOrd="0" presId="urn:microsoft.com/office/officeart/2005/8/layout/hierarchy2"/>
    <dgm:cxn modelId="{FEB7E3A1-3589-41D5-98C2-9A6228290FFA}" type="presParOf" srcId="{8F892489-A737-4E5D-BF13-71C49AD6E747}" destId="{BD17729D-A361-4E14-9BF9-A9155E8C7223}" srcOrd="1" destOrd="0" presId="urn:microsoft.com/office/officeart/2005/8/layout/hierarchy2"/>
    <dgm:cxn modelId="{359F53AB-4605-4CFF-A400-172874077CA8}" type="presParOf" srcId="{BD17729D-A361-4E14-9BF9-A9155E8C7223}" destId="{10D33D6A-A73B-4A24-B47C-3E6BD1D82386}" srcOrd="0" destOrd="0" presId="urn:microsoft.com/office/officeart/2005/8/layout/hierarchy2"/>
    <dgm:cxn modelId="{D1451711-9A8F-4342-BA8F-5302D35B35BB}" type="presParOf" srcId="{10D33D6A-A73B-4A24-B47C-3E6BD1D82386}" destId="{D90D2097-F579-4E9F-8C81-19492CC42122}" srcOrd="0" destOrd="0" presId="urn:microsoft.com/office/officeart/2005/8/layout/hierarchy2"/>
    <dgm:cxn modelId="{E7333794-3331-4A78-9D20-02D37B9F691F}" type="presParOf" srcId="{BD17729D-A361-4E14-9BF9-A9155E8C7223}" destId="{A6499693-8808-47C2-8BD9-74EA7648BD26}" srcOrd="1" destOrd="0" presId="urn:microsoft.com/office/officeart/2005/8/layout/hierarchy2"/>
    <dgm:cxn modelId="{A5FE8184-5BC8-4500-8763-82F5D053A9E4}" type="presParOf" srcId="{A6499693-8808-47C2-8BD9-74EA7648BD26}" destId="{C62BA02D-61F8-4206-A59E-A506FC798F0B}" srcOrd="0" destOrd="0" presId="urn:microsoft.com/office/officeart/2005/8/layout/hierarchy2"/>
    <dgm:cxn modelId="{9CD71FA9-84CA-406E-8299-C1A9D88AE9E6}" type="presParOf" srcId="{A6499693-8808-47C2-8BD9-74EA7648BD26}" destId="{4A36F44A-4542-445C-925B-D9FB0E4249FC}" srcOrd="1" destOrd="0" presId="urn:microsoft.com/office/officeart/2005/8/layout/hierarchy2"/>
    <dgm:cxn modelId="{8AA4F82D-1640-4E0D-B502-CF953AE0CEE4}" type="presParOf" srcId="{4A36F44A-4542-445C-925B-D9FB0E4249FC}" destId="{843D6BE0-8144-46A3-90AD-0FE3D5849B63}" srcOrd="0" destOrd="0" presId="urn:microsoft.com/office/officeart/2005/8/layout/hierarchy2"/>
    <dgm:cxn modelId="{40284F94-1569-4CC0-BFEF-BF00555BF11C}" type="presParOf" srcId="{843D6BE0-8144-46A3-90AD-0FE3D5849B63}" destId="{EE6220F5-AD26-4372-BFDA-DB24CAB1AFCE}" srcOrd="0" destOrd="0" presId="urn:microsoft.com/office/officeart/2005/8/layout/hierarchy2"/>
    <dgm:cxn modelId="{B9FBF5F7-2A30-4D26-B9DB-718FB6FA8796}" type="presParOf" srcId="{4A36F44A-4542-445C-925B-D9FB0E4249FC}" destId="{AC54F944-0678-49C8-83E1-9A13672EC191}" srcOrd="1" destOrd="0" presId="urn:microsoft.com/office/officeart/2005/8/layout/hierarchy2"/>
    <dgm:cxn modelId="{44D1325F-65AA-4DEC-9B8F-272EF7D528B0}" type="presParOf" srcId="{AC54F944-0678-49C8-83E1-9A13672EC191}" destId="{60957580-F946-42B4-9AAB-72DEC2449DBD}" srcOrd="0" destOrd="0" presId="urn:microsoft.com/office/officeart/2005/8/layout/hierarchy2"/>
    <dgm:cxn modelId="{B16953F3-C8B6-4A5F-90AB-8DF013A81AD7}" type="presParOf" srcId="{AC54F944-0678-49C8-83E1-9A13672EC191}" destId="{72F02CAF-DDEF-4B6A-8CAC-5D082E015011}" srcOrd="1" destOrd="0" presId="urn:microsoft.com/office/officeart/2005/8/layout/hierarchy2"/>
    <dgm:cxn modelId="{BAD3941C-4A34-4F9E-BA82-2B367E68863C}" type="presParOf" srcId="{72F02CAF-DDEF-4B6A-8CAC-5D082E015011}" destId="{519E0A88-B0C1-4A12-9170-05A579CB7E4B}" srcOrd="0" destOrd="0" presId="urn:microsoft.com/office/officeart/2005/8/layout/hierarchy2"/>
    <dgm:cxn modelId="{EEDA0BA7-4B06-496A-8D1E-BD1FAB753C3E}" type="presParOf" srcId="{519E0A88-B0C1-4A12-9170-05A579CB7E4B}" destId="{F0EB11B7-8475-45E3-A2BB-7208BDB7DCBA}" srcOrd="0" destOrd="0" presId="urn:microsoft.com/office/officeart/2005/8/layout/hierarchy2"/>
    <dgm:cxn modelId="{0714CA7D-F1D2-45CE-9875-2931E101F9C1}" type="presParOf" srcId="{72F02CAF-DDEF-4B6A-8CAC-5D082E015011}" destId="{3BABD68C-271E-4172-82A7-3AF83D6A1AA8}" srcOrd="1" destOrd="0" presId="urn:microsoft.com/office/officeart/2005/8/layout/hierarchy2"/>
    <dgm:cxn modelId="{ECDDDBA8-AD9C-4072-971E-9F5A9A085F2A}" type="presParOf" srcId="{3BABD68C-271E-4172-82A7-3AF83D6A1AA8}" destId="{3448F644-8F6E-48E7-BFA3-964ABDF0E852}" srcOrd="0" destOrd="0" presId="urn:microsoft.com/office/officeart/2005/8/layout/hierarchy2"/>
    <dgm:cxn modelId="{F3534F59-D865-4DD0-873B-83386D87BA31}" type="presParOf" srcId="{3BABD68C-271E-4172-82A7-3AF83D6A1AA8}" destId="{1EAF562E-38CC-4E47-9DA2-A6F6B53F3E38}" srcOrd="1" destOrd="0" presId="urn:microsoft.com/office/officeart/2005/8/layout/hierarchy2"/>
    <dgm:cxn modelId="{18FBBE00-CA95-4B39-905C-C97F4EA0F490}" type="presParOf" srcId="{1EAF562E-38CC-4E47-9DA2-A6F6B53F3E38}" destId="{9E48F78C-72A9-4097-B481-A937C4D1FB90}" srcOrd="0" destOrd="0" presId="urn:microsoft.com/office/officeart/2005/8/layout/hierarchy2"/>
    <dgm:cxn modelId="{BA2AABB4-C492-497B-9E33-67A3D81BDE51}" type="presParOf" srcId="{9E48F78C-72A9-4097-B481-A937C4D1FB90}" destId="{97861A11-70AF-4C28-84C3-CE6D70C281DA}" srcOrd="0" destOrd="0" presId="urn:microsoft.com/office/officeart/2005/8/layout/hierarchy2"/>
    <dgm:cxn modelId="{6283F999-2DE9-4995-9AB1-8B0176CB2F8A}" type="presParOf" srcId="{1EAF562E-38CC-4E47-9DA2-A6F6B53F3E38}" destId="{3BF05B41-F222-4712-A2A7-ACA93815B688}" srcOrd="1" destOrd="0" presId="urn:microsoft.com/office/officeart/2005/8/layout/hierarchy2"/>
    <dgm:cxn modelId="{B5999E3E-345D-4099-8A24-58351329119B}" type="presParOf" srcId="{3BF05B41-F222-4712-A2A7-ACA93815B688}" destId="{1D2EDB74-A061-41EE-A180-0DD2EB6AAB20}" srcOrd="0" destOrd="0" presId="urn:microsoft.com/office/officeart/2005/8/layout/hierarchy2"/>
    <dgm:cxn modelId="{8A7D8B7C-67C6-4BD7-B2CD-EC675A42DA23}" type="presParOf" srcId="{3BF05B41-F222-4712-A2A7-ACA93815B688}" destId="{9C112336-0836-4277-836D-94AFA5A2E2ED}" srcOrd="1" destOrd="0" presId="urn:microsoft.com/office/officeart/2005/8/layout/hierarchy2"/>
    <dgm:cxn modelId="{B106D0FE-ABB3-4E53-910B-1A52CAEAD6A7}" type="presParOf" srcId="{9C112336-0836-4277-836D-94AFA5A2E2ED}" destId="{AD1D327E-4940-47E3-9127-F3650F438544}" srcOrd="0" destOrd="0" presId="urn:microsoft.com/office/officeart/2005/8/layout/hierarchy2"/>
    <dgm:cxn modelId="{A8B4AC66-7D5D-4D14-8423-4A75F32E6212}" type="presParOf" srcId="{AD1D327E-4940-47E3-9127-F3650F438544}" destId="{E8181690-3479-4234-9124-F96D8DF04BA4}" srcOrd="0" destOrd="0" presId="urn:microsoft.com/office/officeart/2005/8/layout/hierarchy2"/>
    <dgm:cxn modelId="{12D0BF6C-320C-46F5-A2C9-45374AC559A0}" type="presParOf" srcId="{9C112336-0836-4277-836D-94AFA5A2E2ED}" destId="{B1BE4FC0-FBB1-4B90-9578-52B96D2419B0}" srcOrd="1" destOrd="0" presId="urn:microsoft.com/office/officeart/2005/8/layout/hierarchy2"/>
    <dgm:cxn modelId="{29CFD5D2-4595-4278-9ECB-8790B58E1E61}" type="presParOf" srcId="{B1BE4FC0-FBB1-4B90-9578-52B96D2419B0}" destId="{1B253863-EFF9-4080-BCCE-B075657B1180}" srcOrd="0" destOrd="0" presId="urn:microsoft.com/office/officeart/2005/8/layout/hierarchy2"/>
    <dgm:cxn modelId="{36F28EC0-86B7-403E-90FD-4936D77B4824}" type="presParOf" srcId="{B1BE4FC0-FBB1-4B90-9578-52B96D2419B0}" destId="{BEF28117-3470-4E3E-9DDA-44F292570CA1}" srcOrd="1" destOrd="0" presId="urn:microsoft.com/office/officeart/2005/8/layout/hierarchy2"/>
    <dgm:cxn modelId="{0714423E-F4E6-493E-BA60-D10B4816B452}" type="presParOf" srcId="{BEF28117-3470-4E3E-9DDA-44F292570CA1}" destId="{516989B1-6933-4968-9A76-F7C7B72EA362}" srcOrd="0" destOrd="0" presId="urn:microsoft.com/office/officeart/2005/8/layout/hierarchy2"/>
    <dgm:cxn modelId="{5B83407B-F53E-4819-8E5A-468A06DA3933}" type="presParOf" srcId="{516989B1-6933-4968-9A76-F7C7B72EA362}" destId="{46F01E95-4E9C-42B3-9C80-10015BD02780}" srcOrd="0" destOrd="0" presId="urn:microsoft.com/office/officeart/2005/8/layout/hierarchy2"/>
    <dgm:cxn modelId="{E20A4B40-EBFB-4925-BE75-F79338D6AEFF}" type="presParOf" srcId="{BEF28117-3470-4E3E-9DDA-44F292570CA1}" destId="{573A74EA-52C5-4A42-9163-C837440703A8}" srcOrd="1" destOrd="0" presId="urn:microsoft.com/office/officeart/2005/8/layout/hierarchy2"/>
    <dgm:cxn modelId="{B5922EBD-A98E-4353-8FDE-1CA43D1DF427}" type="presParOf" srcId="{573A74EA-52C5-4A42-9163-C837440703A8}" destId="{171EF080-C088-4EC4-B0FC-24C9014B5961}" srcOrd="0" destOrd="0" presId="urn:microsoft.com/office/officeart/2005/8/layout/hierarchy2"/>
    <dgm:cxn modelId="{5DD830DD-1B59-463B-BC8A-10ADAFB68E36}" type="presParOf" srcId="{573A74EA-52C5-4A42-9163-C837440703A8}" destId="{71142911-6F52-4987-B01D-44B701A56BE6}" srcOrd="1" destOrd="0" presId="urn:microsoft.com/office/officeart/2005/8/layout/hierarchy2"/>
    <dgm:cxn modelId="{3F2D5F3A-C581-44FB-B643-7ADB95E8B950}" type="presParOf" srcId="{71142911-6F52-4987-B01D-44B701A56BE6}" destId="{47D09E01-16D8-4C1A-BA34-C708E7A40387}" srcOrd="0" destOrd="0" presId="urn:microsoft.com/office/officeart/2005/8/layout/hierarchy2"/>
    <dgm:cxn modelId="{CF249F86-45DF-4325-83EA-B48312F68EF3}" type="presParOf" srcId="{47D09E01-16D8-4C1A-BA34-C708E7A40387}" destId="{E5AB9D7B-9E76-417A-8851-481D7F1A3729}" srcOrd="0" destOrd="0" presId="urn:microsoft.com/office/officeart/2005/8/layout/hierarchy2"/>
    <dgm:cxn modelId="{7896AD76-3D99-4C70-8012-766A992AC5B6}" type="presParOf" srcId="{71142911-6F52-4987-B01D-44B701A56BE6}" destId="{A926E164-DE85-4B98-BAD6-91BA21E47461}" srcOrd="1" destOrd="0" presId="urn:microsoft.com/office/officeart/2005/8/layout/hierarchy2"/>
    <dgm:cxn modelId="{C4165F26-4D81-4FAB-9184-9EB6A8B9DDFF}" type="presParOf" srcId="{A926E164-DE85-4B98-BAD6-91BA21E47461}" destId="{79A27BF7-BFEC-4C4D-96BD-81944444756C}" srcOrd="0" destOrd="0" presId="urn:microsoft.com/office/officeart/2005/8/layout/hierarchy2"/>
    <dgm:cxn modelId="{32C13483-17CA-4F75-B734-6012CFA96B94}" type="presParOf" srcId="{A926E164-DE85-4B98-BAD6-91BA21E47461}" destId="{9A2B2720-D0AE-4D36-BB48-DD39AE66FFAA}" srcOrd="1" destOrd="0" presId="urn:microsoft.com/office/officeart/2005/8/layout/hierarchy2"/>
    <dgm:cxn modelId="{1365CEAB-7F21-4156-B56A-F16D2B56E5A5}" type="presParOf" srcId="{9A2B2720-D0AE-4D36-BB48-DD39AE66FFAA}" destId="{C45B20C2-66D8-49CB-B9F2-BDAAE01D45EB}" srcOrd="0" destOrd="0" presId="urn:microsoft.com/office/officeart/2005/8/layout/hierarchy2"/>
    <dgm:cxn modelId="{FCDFA3B7-DD44-46A5-B6AD-6C3B93209D8C}" type="presParOf" srcId="{C45B20C2-66D8-49CB-B9F2-BDAAE01D45EB}" destId="{DB14ED38-F501-4D0D-8E07-0C6159C31E9F}" srcOrd="0" destOrd="0" presId="urn:microsoft.com/office/officeart/2005/8/layout/hierarchy2"/>
    <dgm:cxn modelId="{19A64129-FFD6-4EAE-929A-58A1A3064E90}" type="presParOf" srcId="{9A2B2720-D0AE-4D36-BB48-DD39AE66FFAA}" destId="{CB883261-7850-470C-BD10-2813EF125040}" srcOrd="1" destOrd="0" presId="urn:microsoft.com/office/officeart/2005/8/layout/hierarchy2"/>
    <dgm:cxn modelId="{48E1239A-9F92-4DD9-96D4-51F693192BC7}" type="presParOf" srcId="{CB883261-7850-470C-BD10-2813EF125040}" destId="{211D1F5C-C037-4AB3-82ED-87A601C3DCB5}" srcOrd="0" destOrd="0" presId="urn:microsoft.com/office/officeart/2005/8/layout/hierarchy2"/>
    <dgm:cxn modelId="{ABA328C0-63C3-4419-B9F1-3A878DE5DE02}" type="presParOf" srcId="{CB883261-7850-470C-BD10-2813EF125040}" destId="{F2AD9D13-0429-4ADB-9A40-DAEF36B212F7}" srcOrd="1" destOrd="0" presId="urn:microsoft.com/office/officeart/2005/8/layout/hierarchy2"/>
    <dgm:cxn modelId="{442ADA48-274C-4404-9F95-0817A373E4CE}" type="presParOf" srcId="{F2AD9D13-0429-4ADB-9A40-DAEF36B212F7}" destId="{FE802CE5-E0FD-4D7F-89A6-FEED5A424A96}" srcOrd="0" destOrd="0" presId="urn:microsoft.com/office/officeart/2005/8/layout/hierarchy2"/>
    <dgm:cxn modelId="{897FBD4D-1709-4836-8544-71BCE13B6D1F}" type="presParOf" srcId="{FE802CE5-E0FD-4D7F-89A6-FEED5A424A96}" destId="{91BB167A-C5A0-410F-997F-8813B1A0BC9C}" srcOrd="0" destOrd="0" presId="urn:microsoft.com/office/officeart/2005/8/layout/hierarchy2"/>
    <dgm:cxn modelId="{0340F6FF-0D0C-4FEA-9DA5-768CABC2E54B}" type="presParOf" srcId="{F2AD9D13-0429-4ADB-9A40-DAEF36B212F7}" destId="{5BF4BC61-A257-4C89-8F1A-948EF3B4F516}" srcOrd="1" destOrd="0" presId="urn:microsoft.com/office/officeart/2005/8/layout/hierarchy2"/>
    <dgm:cxn modelId="{57D9890E-61CE-4D6C-9FC1-3A3E43ED4EA7}" type="presParOf" srcId="{5BF4BC61-A257-4C89-8F1A-948EF3B4F516}" destId="{B10D5B3E-E248-4373-857B-0E615797478E}" srcOrd="0" destOrd="0" presId="urn:microsoft.com/office/officeart/2005/8/layout/hierarchy2"/>
    <dgm:cxn modelId="{1DBFB780-A241-46EC-BEFB-1B75228A1A1F}" type="presParOf" srcId="{5BF4BC61-A257-4C89-8F1A-948EF3B4F516}" destId="{2D049DF7-68AD-4637-9275-4DF647859399}" srcOrd="1" destOrd="0" presId="urn:microsoft.com/office/officeart/2005/8/layout/hierarchy2"/>
    <dgm:cxn modelId="{30406F1F-F7B3-4066-BF63-6CA4069FD297}" type="presParOf" srcId="{BEF28117-3470-4E3E-9DDA-44F292570CA1}" destId="{CD547C7E-3C79-4917-87F5-2C2C3CD71EBB}" srcOrd="2" destOrd="0" presId="urn:microsoft.com/office/officeart/2005/8/layout/hierarchy2"/>
    <dgm:cxn modelId="{70E3D47E-3ED3-475A-A6D9-6D3FDDB81F00}" type="presParOf" srcId="{CD547C7E-3C79-4917-87F5-2C2C3CD71EBB}" destId="{0F14C4F5-2A61-4311-B80F-756D8C94B1CA}" srcOrd="0" destOrd="0" presId="urn:microsoft.com/office/officeart/2005/8/layout/hierarchy2"/>
    <dgm:cxn modelId="{DEEC5137-2C53-4D72-85E1-47508E19F9C3}" type="presParOf" srcId="{BEF28117-3470-4E3E-9DDA-44F292570CA1}" destId="{C2A23B96-6425-45FE-B706-997FC6D6E0D2}" srcOrd="3" destOrd="0" presId="urn:microsoft.com/office/officeart/2005/8/layout/hierarchy2"/>
    <dgm:cxn modelId="{CCDCDC02-1F28-4841-9A5A-89F811FECF82}" type="presParOf" srcId="{C2A23B96-6425-45FE-B706-997FC6D6E0D2}" destId="{56BAF19A-D05D-446B-9027-03E2189FDAB3}" srcOrd="0" destOrd="0" presId="urn:microsoft.com/office/officeart/2005/8/layout/hierarchy2"/>
    <dgm:cxn modelId="{54CC8E21-D544-4A2C-88F2-A8A8B80A8CA8}" type="presParOf" srcId="{C2A23B96-6425-45FE-B706-997FC6D6E0D2}" destId="{947EADE1-1292-435F-BC5C-57166E5CB40A}" srcOrd="1" destOrd="0" presId="urn:microsoft.com/office/officeart/2005/8/layout/hierarchy2"/>
    <dgm:cxn modelId="{801E412E-8F64-422D-944A-F8677186BAD3}" type="presParOf" srcId="{947EADE1-1292-435F-BC5C-57166E5CB40A}" destId="{04F965F3-8931-4688-ABFE-915DC3642390}" srcOrd="0" destOrd="0" presId="urn:microsoft.com/office/officeart/2005/8/layout/hierarchy2"/>
    <dgm:cxn modelId="{3A9A7CEE-7F84-48C4-BEB2-8C169F5F8271}" type="presParOf" srcId="{04F965F3-8931-4688-ABFE-915DC3642390}" destId="{BBCA196A-0625-417A-A068-9D15FF777C18}" srcOrd="0" destOrd="0" presId="urn:microsoft.com/office/officeart/2005/8/layout/hierarchy2"/>
    <dgm:cxn modelId="{393BD948-61B5-41E4-A64B-9B4D084B758A}" type="presParOf" srcId="{947EADE1-1292-435F-BC5C-57166E5CB40A}" destId="{2C7CECE2-A143-49E3-AC37-C248989D8148}" srcOrd="1" destOrd="0" presId="urn:microsoft.com/office/officeart/2005/8/layout/hierarchy2"/>
    <dgm:cxn modelId="{4A399E5C-1CEF-4001-BA55-8D3900FEF150}" type="presParOf" srcId="{2C7CECE2-A143-49E3-AC37-C248989D8148}" destId="{78862B93-8F03-49C6-AD78-4A7205E9E0DF}" srcOrd="0" destOrd="0" presId="urn:microsoft.com/office/officeart/2005/8/layout/hierarchy2"/>
    <dgm:cxn modelId="{B0775D40-15C1-4134-AA47-BEB8D930D69C}" type="presParOf" srcId="{2C7CECE2-A143-49E3-AC37-C248989D8148}" destId="{3C3C7D8B-52F6-41BD-B63D-1398886A090D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DECED69E-8104-4F14-ABDF-5F786C756CB4}" type="doc">
      <dgm:prSet loTypeId="urn:microsoft.com/office/officeart/2005/8/layout/vList2" loCatId="list" qsTypeId="urn:microsoft.com/office/officeart/2005/8/quickstyle/simple1#8" qsCatId="simple" csTypeId="urn:microsoft.com/office/officeart/2005/8/colors/accent1_2#8" csCatId="accent1" phldr="1"/>
      <dgm:spPr/>
      <dgm:t>
        <a:bodyPr/>
        <a:lstStyle/>
        <a:p>
          <a:endParaRPr lang="en-US"/>
        </a:p>
      </dgm:t>
    </dgm:pt>
    <dgm:pt modelId="{5B18F796-F075-48FC-8C6F-D0EDE9E9A296}">
      <dgm:prSet/>
      <dgm:spPr/>
      <dgm:t>
        <a:bodyPr/>
        <a:lstStyle/>
        <a:p>
          <a:pPr algn="ctr">
            <a:buNone/>
          </a:pPr>
          <a:r>
            <a:rPr lang="en-US" dirty="0"/>
            <a:t>System Operation</a:t>
          </a:r>
        </a:p>
      </dgm:t>
    </dgm:pt>
    <dgm:pt modelId="{674D510E-BE31-4C55-97BF-6079ECDD055B}" type="parTrans" cxnId="{8B4D8508-09A9-4123-9AFA-92BC56E81A3B}">
      <dgm:prSet/>
      <dgm:spPr/>
      <dgm:t>
        <a:bodyPr/>
        <a:lstStyle/>
        <a:p>
          <a:endParaRPr lang="en-US"/>
        </a:p>
      </dgm:t>
    </dgm:pt>
    <dgm:pt modelId="{275F160F-F8F8-4C0F-B087-7CA64CC1E552}" type="sibTrans" cxnId="{8B4D8508-09A9-4123-9AFA-92BC56E81A3B}">
      <dgm:prSet/>
      <dgm:spPr/>
      <dgm:t>
        <a:bodyPr/>
        <a:lstStyle/>
        <a:p>
          <a:endParaRPr lang="en-US"/>
        </a:p>
      </dgm:t>
    </dgm:pt>
    <dgm:pt modelId="{FB62D529-60CC-472D-8A37-5D7D3D740FD0}" type="pres">
      <dgm:prSet presAssocID="{DECED69E-8104-4F14-ABDF-5F786C756CB4}" presName="linear" presStyleCnt="0">
        <dgm:presLayoutVars>
          <dgm:animLvl val="lvl"/>
          <dgm:resizeHandles val="exact"/>
        </dgm:presLayoutVars>
      </dgm:prSet>
      <dgm:spPr/>
    </dgm:pt>
    <dgm:pt modelId="{90C3508E-33AA-4CC5-9280-5C741C597549}" type="pres">
      <dgm:prSet presAssocID="{5B18F796-F075-48FC-8C6F-D0EDE9E9A296}" presName="parentText" presStyleLbl="node1" presStyleIdx="0" presStyleCnt="1" custScaleX="67046" custLinFactNeighborX="1961" custLinFactNeighborY="28016">
        <dgm:presLayoutVars>
          <dgm:chMax val="0"/>
          <dgm:bulletEnabled val="1"/>
        </dgm:presLayoutVars>
      </dgm:prSet>
      <dgm:spPr/>
    </dgm:pt>
  </dgm:ptLst>
  <dgm:cxnLst>
    <dgm:cxn modelId="{8B4D8508-09A9-4123-9AFA-92BC56E81A3B}" srcId="{DECED69E-8104-4F14-ABDF-5F786C756CB4}" destId="{5B18F796-F075-48FC-8C6F-D0EDE9E9A296}" srcOrd="0" destOrd="0" parTransId="{674D510E-BE31-4C55-97BF-6079ECDD055B}" sibTransId="{275F160F-F8F8-4C0F-B087-7CA64CC1E552}"/>
    <dgm:cxn modelId="{6D8A770C-2F47-4B2C-94CE-3E2F13897599}" type="presOf" srcId="{DECED69E-8104-4F14-ABDF-5F786C756CB4}" destId="{FB62D529-60CC-472D-8A37-5D7D3D740FD0}" srcOrd="0" destOrd="0" presId="urn:microsoft.com/office/officeart/2005/8/layout/vList2"/>
    <dgm:cxn modelId="{0D795EF8-4D5A-4D92-B0DE-0B5A1E3D9ADC}" type="presOf" srcId="{5B18F796-F075-48FC-8C6F-D0EDE9E9A296}" destId="{90C3508E-33AA-4CC5-9280-5C741C597549}" srcOrd="0" destOrd="0" presId="urn:microsoft.com/office/officeart/2005/8/layout/vList2"/>
    <dgm:cxn modelId="{F4EC5AB2-B2DE-4E73-A05F-67E524F598C8}" type="presParOf" srcId="{FB62D529-60CC-472D-8A37-5D7D3D740FD0}" destId="{90C3508E-33AA-4CC5-9280-5C741C597549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D4A74D68-F4C8-4F12-88DE-6DAB36219F63}" type="doc">
      <dgm:prSet loTypeId="urn:microsoft.com/office/officeart/2005/8/layout/vList2" loCatId="list" qsTypeId="urn:microsoft.com/office/officeart/2005/8/quickstyle/simple1#9" qsCatId="simple" csTypeId="urn:microsoft.com/office/officeart/2005/8/colors/accent1_2#9" csCatId="accent1" phldr="1"/>
      <dgm:spPr/>
      <dgm:t>
        <a:bodyPr/>
        <a:lstStyle/>
        <a:p>
          <a:endParaRPr lang="en-US"/>
        </a:p>
      </dgm:t>
    </dgm:pt>
    <dgm:pt modelId="{7FDAAEB0-F874-47C4-A3C2-DB6690D2B477}">
      <dgm:prSet/>
      <dgm:spPr/>
      <dgm:t>
        <a:bodyPr/>
        <a:lstStyle/>
        <a:p>
          <a:pPr algn="l" rtl="1"/>
          <a:r>
            <a:rPr lang="en-US" dirty="0"/>
            <a:t>• Note: If a card is scanned outside its authorized time window, access is denied, and no attendance record is created.</a:t>
          </a:r>
        </a:p>
      </dgm:t>
    </dgm:pt>
    <dgm:pt modelId="{616566A6-7289-42B3-A9C5-645522D0587B}" type="parTrans" cxnId="{58C64BBC-3446-43FB-B7EB-3524070255DB}">
      <dgm:prSet/>
      <dgm:spPr/>
      <dgm:t>
        <a:bodyPr/>
        <a:lstStyle/>
        <a:p>
          <a:endParaRPr lang="en-US"/>
        </a:p>
      </dgm:t>
    </dgm:pt>
    <dgm:pt modelId="{FCA0781E-02E5-4368-A409-D28580EF2C09}" type="sibTrans" cxnId="{58C64BBC-3446-43FB-B7EB-3524070255DB}">
      <dgm:prSet/>
      <dgm:spPr/>
      <dgm:t>
        <a:bodyPr/>
        <a:lstStyle/>
        <a:p>
          <a:endParaRPr lang="en-US"/>
        </a:p>
      </dgm:t>
    </dgm:pt>
    <dgm:pt modelId="{9EAC327C-908F-4580-A8FE-95F86606A183}" type="pres">
      <dgm:prSet presAssocID="{D4A74D68-F4C8-4F12-88DE-6DAB36219F63}" presName="linear" presStyleCnt="0">
        <dgm:presLayoutVars>
          <dgm:animLvl val="lvl"/>
          <dgm:resizeHandles val="exact"/>
        </dgm:presLayoutVars>
      </dgm:prSet>
      <dgm:spPr/>
    </dgm:pt>
    <dgm:pt modelId="{FAA60A4B-F476-4A1B-97F6-E3EB3D4D452E}" type="pres">
      <dgm:prSet presAssocID="{7FDAAEB0-F874-47C4-A3C2-DB6690D2B477}" presName="parentText" presStyleLbl="node1" presStyleIdx="0" presStyleCnt="1" custLinFactNeighborX="-2106" custLinFactNeighborY="-63850">
        <dgm:presLayoutVars>
          <dgm:chMax val="0"/>
          <dgm:bulletEnabled val="1"/>
        </dgm:presLayoutVars>
      </dgm:prSet>
      <dgm:spPr/>
    </dgm:pt>
  </dgm:ptLst>
  <dgm:cxnLst>
    <dgm:cxn modelId="{CBA62A6A-F55C-42EE-B678-CB68243E7046}" type="presOf" srcId="{7FDAAEB0-F874-47C4-A3C2-DB6690D2B477}" destId="{FAA60A4B-F476-4A1B-97F6-E3EB3D4D452E}" srcOrd="0" destOrd="0" presId="urn:microsoft.com/office/officeart/2005/8/layout/vList2"/>
    <dgm:cxn modelId="{58C64BBC-3446-43FB-B7EB-3524070255DB}" srcId="{D4A74D68-F4C8-4F12-88DE-6DAB36219F63}" destId="{7FDAAEB0-F874-47C4-A3C2-DB6690D2B477}" srcOrd="0" destOrd="0" parTransId="{616566A6-7289-42B3-A9C5-645522D0587B}" sibTransId="{FCA0781E-02E5-4368-A409-D28580EF2C09}"/>
    <dgm:cxn modelId="{AAFE49EC-249E-4532-9B65-AC3140B633C4}" type="presOf" srcId="{D4A74D68-F4C8-4F12-88DE-6DAB36219F63}" destId="{9EAC327C-908F-4580-A8FE-95F86606A183}" srcOrd="0" destOrd="0" presId="urn:microsoft.com/office/officeart/2005/8/layout/vList2"/>
    <dgm:cxn modelId="{E943F53B-1BBC-40FA-B68E-3227F45E9799}" type="presParOf" srcId="{9EAC327C-908F-4580-A8FE-95F86606A183}" destId="{FAA60A4B-F476-4A1B-97F6-E3EB3D4D452E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75DC20DD-C18B-40F1-8C3E-21480D7D05D6}" type="doc">
      <dgm:prSet loTypeId="urn:microsoft.com/office/officeart/2005/8/layout/process2" loCatId="process" qsTypeId="urn:microsoft.com/office/officeart/2005/8/quickstyle/simple1#10" qsCatId="simple" csTypeId="urn:microsoft.com/office/officeart/2005/8/colors/accent1_2#10" csCatId="accent1" phldr="1"/>
      <dgm:spPr/>
    </dgm:pt>
    <dgm:pt modelId="{61702F73-982A-4C73-B96F-B69696B4D03B}">
      <dgm:prSet phldrT="[Text]"/>
      <dgm:spPr/>
      <dgm:t>
        <a:bodyPr/>
        <a:lstStyle/>
        <a:p>
          <a:pPr>
            <a:buNone/>
          </a:pPr>
          <a:r>
            <a:rPr lang="en-US" dirty="0"/>
            <a:t>08:12:31</a:t>
          </a:r>
        </a:p>
      </dgm:t>
    </dgm:pt>
    <dgm:pt modelId="{CECA6107-FFF2-47E5-821D-EF0F6A7D7DF0}" type="parTrans" cxnId="{D68B6195-4627-4F9D-AD58-EC9DEE236AD9}">
      <dgm:prSet/>
      <dgm:spPr/>
      <dgm:t>
        <a:bodyPr/>
        <a:lstStyle/>
        <a:p>
          <a:endParaRPr lang="en-US"/>
        </a:p>
      </dgm:t>
    </dgm:pt>
    <dgm:pt modelId="{2BE93035-8270-4603-8CA3-73541F7E7452}" type="sibTrans" cxnId="{D68B6195-4627-4F9D-AD58-EC9DEE236AD9}">
      <dgm:prSet/>
      <dgm:spPr/>
      <dgm:t>
        <a:bodyPr/>
        <a:lstStyle/>
        <a:p>
          <a:endParaRPr lang="en-US"/>
        </a:p>
      </dgm:t>
    </dgm:pt>
    <dgm:pt modelId="{1A4CFE1C-E9E4-45D4-A7E2-6422345C4D48}">
      <dgm:prSet phldrT="[Text]"/>
      <dgm:spPr/>
      <dgm:t>
        <a:bodyPr/>
        <a:lstStyle/>
        <a:p>
          <a:pPr>
            <a:buNone/>
          </a:pPr>
          <a:r>
            <a:rPr lang="en-US" dirty="0"/>
            <a:t>CARD SCAN </a:t>
          </a:r>
        </a:p>
      </dgm:t>
    </dgm:pt>
    <dgm:pt modelId="{C63BAF49-5A11-4669-A1AE-C06E16446027}" type="parTrans" cxnId="{03CBF942-7C9F-443F-82EB-95EE877F5B46}">
      <dgm:prSet/>
      <dgm:spPr/>
      <dgm:t>
        <a:bodyPr/>
        <a:lstStyle/>
        <a:p>
          <a:endParaRPr lang="en-US"/>
        </a:p>
      </dgm:t>
    </dgm:pt>
    <dgm:pt modelId="{AE658B10-22B2-4D9A-B959-F1B66F1DC70E}" type="sibTrans" cxnId="{03CBF942-7C9F-443F-82EB-95EE877F5B46}">
      <dgm:prSet/>
      <dgm:spPr/>
      <dgm:t>
        <a:bodyPr/>
        <a:lstStyle/>
        <a:p>
          <a:endParaRPr lang="en-US"/>
        </a:p>
      </dgm:t>
    </dgm:pt>
    <dgm:pt modelId="{65D7BC11-AE31-4431-9F83-30C91B78B7CE}">
      <dgm:prSet phldrT="[Text]"/>
      <dgm:spPr/>
      <dgm:t>
        <a:bodyPr/>
        <a:lstStyle/>
        <a:p>
          <a:pPr>
            <a:buNone/>
          </a:pPr>
          <a:r>
            <a:rPr lang="en-US" dirty="0"/>
            <a:t>CHECK-IN </a:t>
          </a:r>
        </a:p>
      </dgm:t>
    </dgm:pt>
    <dgm:pt modelId="{42242EBE-BBB2-41AD-845D-0F7D29616153}" type="parTrans" cxnId="{A2EEDD5B-0434-4602-B158-6D78CFADD9F7}">
      <dgm:prSet/>
      <dgm:spPr/>
      <dgm:t>
        <a:bodyPr/>
        <a:lstStyle/>
        <a:p>
          <a:endParaRPr lang="en-US"/>
        </a:p>
      </dgm:t>
    </dgm:pt>
    <dgm:pt modelId="{84A2EF4C-7332-406A-B7C4-59A171517706}" type="sibTrans" cxnId="{A2EEDD5B-0434-4602-B158-6D78CFADD9F7}">
      <dgm:prSet/>
      <dgm:spPr/>
      <dgm:t>
        <a:bodyPr/>
        <a:lstStyle/>
        <a:p>
          <a:endParaRPr lang="en-US"/>
        </a:p>
      </dgm:t>
    </dgm:pt>
    <dgm:pt modelId="{03B0C25E-6B97-4AE2-8471-C908E72515A4}">
      <dgm:prSet phldrT="[Text]"/>
      <dgm:spPr/>
      <dgm:t>
        <a:bodyPr/>
        <a:lstStyle/>
        <a:p>
          <a:pPr>
            <a:buNone/>
          </a:pPr>
          <a:r>
            <a:rPr lang="en-US" dirty="0"/>
            <a:t>Relay ON </a:t>
          </a:r>
        </a:p>
      </dgm:t>
    </dgm:pt>
    <dgm:pt modelId="{805BB6C3-B19D-4A3D-B87B-D68732448A36}" type="parTrans" cxnId="{3301B1BD-01EA-44B2-A390-E1D4D5C5DA22}">
      <dgm:prSet/>
      <dgm:spPr/>
      <dgm:t>
        <a:bodyPr/>
        <a:lstStyle/>
        <a:p>
          <a:endParaRPr lang="en-US"/>
        </a:p>
      </dgm:t>
    </dgm:pt>
    <dgm:pt modelId="{5B00D4AD-FB02-4248-A08C-51D62CD7C8A1}" type="sibTrans" cxnId="{3301B1BD-01EA-44B2-A390-E1D4D5C5DA22}">
      <dgm:prSet/>
      <dgm:spPr/>
      <dgm:t>
        <a:bodyPr/>
        <a:lstStyle/>
        <a:p>
          <a:endParaRPr lang="en-US"/>
        </a:p>
      </dgm:t>
    </dgm:pt>
    <dgm:pt modelId="{4BBA5C83-9FE1-43A0-8E99-9A4C88E19709}">
      <dgm:prSet phldrT="[Text]"/>
      <dgm:spPr/>
      <dgm:t>
        <a:bodyPr/>
        <a:lstStyle/>
        <a:p>
          <a:pPr>
            <a:buNone/>
          </a:pPr>
          <a:r>
            <a:rPr lang="en-US" dirty="0"/>
            <a:t>08:45:17 </a:t>
          </a:r>
        </a:p>
      </dgm:t>
    </dgm:pt>
    <dgm:pt modelId="{F1362040-4379-4EB7-A5AE-FBAFE03C1BBB}" type="parTrans" cxnId="{853DAF9D-7AC6-4BF0-B9D2-B2558C3EA131}">
      <dgm:prSet/>
      <dgm:spPr/>
      <dgm:t>
        <a:bodyPr/>
        <a:lstStyle/>
        <a:p>
          <a:endParaRPr lang="en-US"/>
        </a:p>
      </dgm:t>
    </dgm:pt>
    <dgm:pt modelId="{98138955-719C-42CC-BAFC-9EEF3014750E}" type="sibTrans" cxnId="{853DAF9D-7AC6-4BF0-B9D2-B2558C3EA131}">
      <dgm:prSet/>
      <dgm:spPr/>
      <dgm:t>
        <a:bodyPr/>
        <a:lstStyle/>
        <a:p>
          <a:endParaRPr lang="en-US"/>
        </a:p>
      </dgm:t>
    </dgm:pt>
    <dgm:pt modelId="{4C21753E-FA53-47FA-A3AD-A30CBB0D8604}">
      <dgm:prSet phldrT="[Text]"/>
      <dgm:spPr/>
      <dgm:t>
        <a:bodyPr/>
        <a:lstStyle/>
        <a:p>
          <a:pPr>
            <a:buNone/>
          </a:pPr>
          <a:r>
            <a:rPr lang="en-US" dirty="0"/>
            <a:t>CARD SCAN </a:t>
          </a:r>
        </a:p>
      </dgm:t>
    </dgm:pt>
    <dgm:pt modelId="{0F26338B-B133-4067-96B3-F663B4A1CC8E}" type="parTrans" cxnId="{0E274283-9664-46E4-9D8C-89872DD9936A}">
      <dgm:prSet/>
      <dgm:spPr/>
      <dgm:t>
        <a:bodyPr/>
        <a:lstStyle/>
        <a:p>
          <a:endParaRPr lang="en-US"/>
        </a:p>
      </dgm:t>
    </dgm:pt>
    <dgm:pt modelId="{2684C0A4-480D-4948-8F87-9E759C356F43}" type="sibTrans" cxnId="{0E274283-9664-46E4-9D8C-89872DD9936A}">
      <dgm:prSet/>
      <dgm:spPr/>
      <dgm:t>
        <a:bodyPr/>
        <a:lstStyle/>
        <a:p>
          <a:endParaRPr lang="en-US"/>
        </a:p>
      </dgm:t>
    </dgm:pt>
    <dgm:pt modelId="{61695610-50EF-4805-A3FB-144BA41C44C9}">
      <dgm:prSet phldrT="[Text]"/>
      <dgm:spPr/>
      <dgm:t>
        <a:bodyPr/>
        <a:lstStyle/>
        <a:p>
          <a:pPr>
            <a:buNone/>
          </a:pPr>
          <a:r>
            <a:rPr lang="en-US" dirty="0"/>
            <a:t>CHECK-OUT </a:t>
          </a:r>
        </a:p>
      </dgm:t>
    </dgm:pt>
    <dgm:pt modelId="{85EC2855-27B6-4CE0-949E-EFBAD813DAEB}" type="parTrans" cxnId="{777051A9-5B47-4AFC-8639-768AC1369DF8}">
      <dgm:prSet/>
      <dgm:spPr/>
      <dgm:t>
        <a:bodyPr/>
        <a:lstStyle/>
        <a:p>
          <a:endParaRPr lang="en-US"/>
        </a:p>
      </dgm:t>
    </dgm:pt>
    <dgm:pt modelId="{EA13B23F-6E64-47A2-9713-C5A59FBCFB8B}" type="sibTrans" cxnId="{777051A9-5B47-4AFC-8639-768AC1369DF8}">
      <dgm:prSet/>
      <dgm:spPr/>
      <dgm:t>
        <a:bodyPr/>
        <a:lstStyle/>
        <a:p>
          <a:endParaRPr lang="en-US"/>
        </a:p>
      </dgm:t>
    </dgm:pt>
    <dgm:pt modelId="{1AA85109-32EA-4EA7-981F-8436C8DEFAC1}">
      <dgm:prSet phldrT="[Text]"/>
      <dgm:spPr/>
      <dgm:t>
        <a:bodyPr/>
        <a:lstStyle/>
        <a:p>
          <a:pPr>
            <a:buNone/>
          </a:pPr>
          <a:r>
            <a:rPr lang="en-US" dirty="0"/>
            <a:t>Duration = 32 min</a:t>
          </a:r>
        </a:p>
      </dgm:t>
    </dgm:pt>
    <dgm:pt modelId="{AA21EEF2-BD01-49E3-83C4-E733E8246291}" type="parTrans" cxnId="{5BDDE2E0-0F34-424C-85F5-98E0E431CF99}">
      <dgm:prSet/>
      <dgm:spPr/>
      <dgm:t>
        <a:bodyPr/>
        <a:lstStyle/>
        <a:p>
          <a:endParaRPr lang="en-US"/>
        </a:p>
      </dgm:t>
    </dgm:pt>
    <dgm:pt modelId="{69ED4237-3B7D-4345-8719-62F6990CA2FA}" type="sibTrans" cxnId="{5BDDE2E0-0F34-424C-85F5-98E0E431CF99}">
      <dgm:prSet/>
      <dgm:spPr/>
      <dgm:t>
        <a:bodyPr/>
        <a:lstStyle/>
        <a:p>
          <a:endParaRPr lang="en-US"/>
        </a:p>
      </dgm:t>
    </dgm:pt>
    <dgm:pt modelId="{B294DE74-EA62-43EC-A375-5BDCFDDDA6E8}" type="pres">
      <dgm:prSet presAssocID="{75DC20DD-C18B-40F1-8C3E-21480D7D05D6}" presName="linearFlow" presStyleCnt="0">
        <dgm:presLayoutVars>
          <dgm:resizeHandles val="exact"/>
        </dgm:presLayoutVars>
      </dgm:prSet>
      <dgm:spPr/>
    </dgm:pt>
    <dgm:pt modelId="{5E327EA1-07EE-4C0D-8AE8-2BE5FECFA6E6}" type="pres">
      <dgm:prSet presAssocID="{61702F73-982A-4C73-B96F-B69696B4D03B}" presName="node" presStyleLbl="node1" presStyleIdx="0" presStyleCnt="8">
        <dgm:presLayoutVars>
          <dgm:bulletEnabled val="1"/>
        </dgm:presLayoutVars>
      </dgm:prSet>
      <dgm:spPr/>
    </dgm:pt>
    <dgm:pt modelId="{8544DA95-A255-44AF-97E6-AB26C039B23E}" type="pres">
      <dgm:prSet presAssocID="{2BE93035-8270-4603-8CA3-73541F7E7452}" presName="sibTrans" presStyleLbl="sibTrans2D1" presStyleIdx="0" presStyleCnt="7"/>
      <dgm:spPr/>
    </dgm:pt>
    <dgm:pt modelId="{ACF9DA32-8E70-41B1-AA68-41D69A04E03D}" type="pres">
      <dgm:prSet presAssocID="{2BE93035-8270-4603-8CA3-73541F7E7452}" presName="connectorText" presStyleLbl="sibTrans2D1" presStyleIdx="0" presStyleCnt="7"/>
      <dgm:spPr/>
    </dgm:pt>
    <dgm:pt modelId="{6FF4162C-C0D9-40F6-8EF6-A4C2F3BA2CBD}" type="pres">
      <dgm:prSet presAssocID="{1A4CFE1C-E9E4-45D4-A7E2-6422345C4D48}" presName="node" presStyleLbl="node1" presStyleIdx="1" presStyleCnt="8">
        <dgm:presLayoutVars>
          <dgm:bulletEnabled val="1"/>
        </dgm:presLayoutVars>
      </dgm:prSet>
      <dgm:spPr/>
    </dgm:pt>
    <dgm:pt modelId="{6779AF84-05FB-4969-9DC5-522A89EF7AA0}" type="pres">
      <dgm:prSet presAssocID="{AE658B10-22B2-4D9A-B959-F1B66F1DC70E}" presName="sibTrans" presStyleLbl="sibTrans2D1" presStyleIdx="1" presStyleCnt="7"/>
      <dgm:spPr/>
    </dgm:pt>
    <dgm:pt modelId="{0674BD57-A1E9-4965-8AC9-2EF64EA03CC2}" type="pres">
      <dgm:prSet presAssocID="{AE658B10-22B2-4D9A-B959-F1B66F1DC70E}" presName="connectorText" presStyleLbl="sibTrans2D1" presStyleIdx="1" presStyleCnt="7"/>
      <dgm:spPr/>
    </dgm:pt>
    <dgm:pt modelId="{3A4D2CE4-7026-4821-8657-4AB713A69355}" type="pres">
      <dgm:prSet presAssocID="{65D7BC11-AE31-4431-9F83-30C91B78B7CE}" presName="node" presStyleLbl="node1" presStyleIdx="2" presStyleCnt="8">
        <dgm:presLayoutVars>
          <dgm:bulletEnabled val="1"/>
        </dgm:presLayoutVars>
      </dgm:prSet>
      <dgm:spPr/>
    </dgm:pt>
    <dgm:pt modelId="{C8D2213D-633A-49B2-BCEB-FDE701B459AE}" type="pres">
      <dgm:prSet presAssocID="{84A2EF4C-7332-406A-B7C4-59A171517706}" presName="sibTrans" presStyleLbl="sibTrans2D1" presStyleIdx="2" presStyleCnt="7"/>
      <dgm:spPr/>
    </dgm:pt>
    <dgm:pt modelId="{8C38A167-78BF-4AAD-8D41-7170AC57040E}" type="pres">
      <dgm:prSet presAssocID="{84A2EF4C-7332-406A-B7C4-59A171517706}" presName="connectorText" presStyleLbl="sibTrans2D1" presStyleIdx="2" presStyleCnt="7"/>
      <dgm:spPr/>
    </dgm:pt>
    <dgm:pt modelId="{97443056-D0F7-4F07-8EE2-602C4043C93A}" type="pres">
      <dgm:prSet presAssocID="{03B0C25E-6B97-4AE2-8471-C908E72515A4}" presName="node" presStyleLbl="node1" presStyleIdx="3" presStyleCnt="8">
        <dgm:presLayoutVars>
          <dgm:bulletEnabled val="1"/>
        </dgm:presLayoutVars>
      </dgm:prSet>
      <dgm:spPr/>
    </dgm:pt>
    <dgm:pt modelId="{AF955B4A-F586-408B-92A9-8E3D6ACC9178}" type="pres">
      <dgm:prSet presAssocID="{5B00D4AD-FB02-4248-A08C-51D62CD7C8A1}" presName="sibTrans" presStyleLbl="sibTrans2D1" presStyleIdx="3" presStyleCnt="7"/>
      <dgm:spPr/>
    </dgm:pt>
    <dgm:pt modelId="{991AE055-F782-4F75-9BD8-33C8C4A434F7}" type="pres">
      <dgm:prSet presAssocID="{5B00D4AD-FB02-4248-A08C-51D62CD7C8A1}" presName="connectorText" presStyleLbl="sibTrans2D1" presStyleIdx="3" presStyleCnt="7"/>
      <dgm:spPr/>
    </dgm:pt>
    <dgm:pt modelId="{277389D6-6AA8-49A2-BB6E-C5833E5AC418}" type="pres">
      <dgm:prSet presAssocID="{4BBA5C83-9FE1-43A0-8E99-9A4C88E19709}" presName="node" presStyleLbl="node1" presStyleIdx="4" presStyleCnt="8">
        <dgm:presLayoutVars>
          <dgm:bulletEnabled val="1"/>
        </dgm:presLayoutVars>
      </dgm:prSet>
      <dgm:spPr/>
    </dgm:pt>
    <dgm:pt modelId="{204A8C84-19F1-47F0-BB30-EEC6D25023AE}" type="pres">
      <dgm:prSet presAssocID="{98138955-719C-42CC-BAFC-9EEF3014750E}" presName="sibTrans" presStyleLbl="sibTrans2D1" presStyleIdx="4" presStyleCnt="7"/>
      <dgm:spPr/>
    </dgm:pt>
    <dgm:pt modelId="{1F6E6EE6-1011-4843-9A30-2A1B2BDA2DFF}" type="pres">
      <dgm:prSet presAssocID="{98138955-719C-42CC-BAFC-9EEF3014750E}" presName="connectorText" presStyleLbl="sibTrans2D1" presStyleIdx="4" presStyleCnt="7"/>
      <dgm:spPr/>
    </dgm:pt>
    <dgm:pt modelId="{6C23392A-8E99-4EB9-9DBC-7B1F8AAF1EB8}" type="pres">
      <dgm:prSet presAssocID="{4C21753E-FA53-47FA-A3AD-A30CBB0D8604}" presName="node" presStyleLbl="node1" presStyleIdx="5" presStyleCnt="8">
        <dgm:presLayoutVars>
          <dgm:bulletEnabled val="1"/>
        </dgm:presLayoutVars>
      </dgm:prSet>
      <dgm:spPr/>
    </dgm:pt>
    <dgm:pt modelId="{6935F370-CCDC-4C63-9A19-B11165B3E98B}" type="pres">
      <dgm:prSet presAssocID="{2684C0A4-480D-4948-8F87-9E759C356F43}" presName="sibTrans" presStyleLbl="sibTrans2D1" presStyleIdx="5" presStyleCnt="7"/>
      <dgm:spPr/>
    </dgm:pt>
    <dgm:pt modelId="{89466979-814D-4575-A68D-275F745A88AC}" type="pres">
      <dgm:prSet presAssocID="{2684C0A4-480D-4948-8F87-9E759C356F43}" presName="connectorText" presStyleLbl="sibTrans2D1" presStyleIdx="5" presStyleCnt="7"/>
      <dgm:spPr/>
    </dgm:pt>
    <dgm:pt modelId="{1DFDAAD3-BAB1-4BDC-B44D-91B285D6C923}" type="pres">
      <dgm:prSet presAssocID="{61695610-50EF-4805-A3FB-144BA41C44C9}" presName="node" presStyleLbl="node1" presStyleIdx="6" presStyleCnt="8">
        <dgm:presLayoutVars>
          <dgm:bulletEnabled val="1"/>
        </dgm:presLayoutVars>
      </dgm:prSet>
      <dgm:spPr/>
    </dgm:pt>
    <dgm:pt modelId="{BC1C592A-0578-4623-A8B8-96FF18E482CE}" type="pres">
      <dgm:prSet presAssocID="{EA13B23F-6E64-47A2-9713-C5A59FBCFB8B}" presName="sibTrans" presStyleLbl="sibTrans2D1" presStyleIdx="6" presStyleCnt="7"/>
      <dgm:spPr/>
    </dgm:pt>
    <dgm:pt modelId="{07C02E55-B19D-4292-ACE7-3F9EDA9734A0}" type="pres">
      <dgm:prSet presAssocID="{EA13B23F-6E64-47A2-9713-C5A59FBCFB8B}" presName="connectorText" presStyleLbl="sibTrans2D1" presStyleIdx="6" presStyleCnt="7"/>
      <dgm:spPr/>
    </dgm:pt>
    <dgm:pt modelId="{B4D0AC70-6BBB-46A2-97C2-00F8523ADB03}" type="pres">
      <dgm:prSet presAssocID="{1AA85109-32EA-4EA7-981F-8436C8DEFAC1}" presName="node" presStyleLbl="node1" presStyleIdx="7" presStyleCnt="8">
        <dgm:presLayoutVars>
          <dgm:bulletEnabled val="1"/>
        </dgm:presLayoutVars>
      </dgm:prSet>
      <dgm:spPr/>
    </dgm:pt>
  </dgm:ptLst>
  <dgm:cxnLst>
    <dgm:cxn modelId="{BA44DE01-0AEC-4E05-97AB-B611C110F4E9}" type="presOf" srcId="{84A2EF4C-7332-406A-B7C4-59A171517706}" destId="{8C38A167-78BF-4AAD-8D41-7170AC57040E}" srcOrd="1" destOrd="0" presId="urn:microsoft.com/office/officeart/2005/8/layout/process2"/>
    <dgm:cxn modelId="{2F59840B-1DA8-4E81-9EDC-707BC8E3227D}" type="presOf" srcId="{2BE93035-8270-4603-8CA3-73541F7E7452}" destId="{8544DA95-A255-44AF-97E6-AB26C039B23E}" srcOrd="0" destOrd="0" presId="urn:microsoft.com/office/officeart/2005/8/layout/process2"/>
    <dgm:cxn modelId="{80CF9E0B-2739-4596-8224-5E40D16B350C}" type="presOf" srcId="{2BE93035-8270-4603-8CA3-73541F7E7452}" destId="{ACF9DA32-8E70-41B1-AA68-41D69A04E03D}" srcOrd="1" destOrd="0" presId="urn:microsoft.com/office/officeart/2005/8/layout/process2"/>
    <dgm:cxn modelId="{608BE222-7A9B-4873-9461-E66FA759CEFB}" type="presOf" srcId="{AE658B10-22B2-4D9A-B959-F1B66F1DC70E}" destId="{0674BD57-A1E9-4965-8AC9-2EF64EA03CC2}" srcOrd="1" destOrd="0" presId="urn:microsoft.com/office/officeart/2005/8/layout/process2"/>
    <dgm:cxn modelId="{77490526-0D3D-422D-ADFB-6E310CB41C1F}" type="presOf" srcId="{98138955-719C-42CC-BAFC-9EEF3014750E}" destId="{1F6E6EE6-1011-4843-9A30-2A1B2BDA2DFF}" srcOrd="1" destOrd="0" presId="urn:microsoft.com/office/officeart/2005/8/layout/process2"/>
    <dgm:cxn modelId="{FCFBB730-1421-4448-A316-F9BC73146D59}" type="presOf" srcId="{5B00D4AD-FB02-4248-A08C-51D62CD7C8A1}" destId="{991AE055-F782-4F75-9BD8-33C8C4A434F7}" srcOrd="1" destOrd="0" presId="urn:microsoft.com/office/officeart/2005/8/layout/process2"/>
    <dgm:cxn modelId="{A2EEDD5B-0434-4602-B158-6D78CFADD9F7}" srcId="{75DC20DD-C18B-40F1-8C3E-21480D7D05D6}" destId="{65D7BC11-AE31-4431-9F83-30C91B78B7CE}" srcOrd="2" destOrd="0" parTransId="{42242EBE-BBB2-41AD-845D-0F7D29616153}" sibTransId="{84A2EF4C-7332-406A-B7C4-59A171517706}"/>
    <dgm:cxn modelId="{03CBF942-7C9F-443F-82EB-95EE877F5B46}" srcId="{75DC20DD-C18B-40F1-8C3E-21480D7D05D6}" destId="{1A4CFE1C-E9E4-45D4-A7E2-6422345C4D48}" srcOrd="1" destOrd="0" parTransId="{C63BAF49-5A11-4669-A1AE-C06E16446027}" sibTransId="{AE658B10-22B2-4D9A-B959-F1B66F1DC70E}"/>
    <dgm:cxn modelId="{0E274283-9664-46E4-9D8C-89872DD9936A}" srcId="{75DC20DD-C18B-40F1-8C3E-21480D7D05D6}" destId="{4C21753E-FA53-47FA-A3AD-A30CBB0D8604}" srcOrd="5" destOrd="0" parTransId="{0F26338B-B133-4067-96B3-F663B4A1CC8E}" sibTransId="{2684C0A4-480D-4948-8F87-9E759C356F43}"/>
    <dgm:cxn modelId="{CFEB818A-83D5-4DA5-BA40-D3BC212146EA}" type="presOf" srcId="{5B00D4AD-FB02-4248-A08C-51D62CD7C8A1}" destId="{AF955B4A-F586-408B-92A9-8E3D6ACC9178}" srcOrd="0" destOrd="0" presId="urn:microsoft.com/office/officeart/2005/8/layout/process2"/>
    <dgm:cxn modelId="{D68B6195-4627-4F9D-AD58-EC9DEE236AD9}" srcId="{75DC20DD-C18B-40F1-8C3E-21480D7D05D6}" destId="{61702F73-982A-4C73-B96F-B69696B4D03B}" srcOrd="0" destOrd="0" parTransId="{CECA6107-FFF2-47E5-821D-EF0F6A7D7DF0}" sibTransId="{2BE93035-8270-4603-8CA3-73541F7E7452}"/>
    <dgm:cxn modelId="{DB58C597-A63D-4414-944E-DCA5F964C062}" type="presOf" srcId="{1AA85109-32EA-4EA7-981F-8436C8DEFAC1}" destId="{B4D0AC70-6BBB-46A2-97C2-00F8523ADB03}" srcOrd="0" destOrd="0" presId="urn:microsoft.com/office/officeart/2005/8/layout/process2"/>
    <dgm:cxn modelId="{853DAF9D-7AC6-4BF0-B9D2-B2558C3EA131}" srcId="{75DC20DD-C18B-40F1-8C3E-21480D7D05D6}" destId="{4BBA5C83-9FE1-43A0-8E99-9A4C88E19709}" srcOrd="4" destOrd="0" parTransId="{F1362040-4379-4EB7-A5AE-FBAFE03C1BBB}" sibTransId="{98138955-719C-42CC-BAFC-9EEF3014750E}"/>
    <dgm:cxn modelId="{6E7F24A1-EE9C-4286-96AC-FBE5614FD811}" type="presOf" srcId="{2684C0A4-480D-4948-8F87-9E759C356F43}" destId="{6935F370-CCDC-4C63-9A19-B11165B3E98B}" srcOrd="0" destOrd="0" presId="urn:microsoft.com/office/officeart/2005/8/layout/process2"/>
    <dgm:cxn modelId="{39DAE0A4-9D97-4E1D-A55E-A9BFEA18B92E}" type="presOf" srcId="{03B0C25E-6B97-4AE2-8471-C908E72515A4}" destId="{97443056-D0F7-4F07-8EE2-602C4043C93A}" srcOrd="0" destOrd="0" presId="urn:microsoft.com/office/officeart/2005/8/layout/process2"/>
    <dgm:cxn modelId="{B44FD9A7-8F9F-47BF-908A-730927B4562E}" type="presOf" srcId="{4C21753E-FA53-47FA-A3AD-A30CBB0D8604}" destId="{6C23392A-8E99-4EB9-9DBC-7B1F8AAF1EB8}" srcOrd="0" destOrd="0" presId="urn:microsoft.com/office/officeart/2005/8/layout/process2"/>
    <dgm:cxn modelId="{777051A9-5B47-4AFC-8639-768AC1369DF8}" srcId="{75DC20DD-C18B-40F1-8C3E-21480D7D05D6}" destId="{61695610-50EF-4805-A3FB-144BA41C44C9}" srcOrd="6" destOrd="0" parTransId="{85EC2855-27B6-4CE0-949E-EFBAD813DAEB}" sibTransId="{EA13B23F-6E64-47A2-9713-C5A59FBCFB8B}"/>
    <dgm:cxn modelId="{5B3F32AF-9B93-43E3-883E-3DAE6C86C0B1}" type="presOf" srcId="{EA13B23F-6E64-47A2-9713-C5A59FBCFB8B}" destId="{07C02E55-B19D-4292-ACE7-3F9EDA9734A0}" srcOrd="1" destOrd="0" presId="urn:microsoft.com/office/officeart/2005/8/layout/process2"/>
    <dgm:cxn modelId="{82DE26B4-314E-4945-80F0-8501CB2360A0}" type="presOf" srcId="{75DC20DD-C18B-40F1-8C3E-21480D7D05D6}" destId="{B294DE74-EA62-43EC-A375-5BDCFDDDA6E8}" srcOrd="0" destOrd="0" presId="urn:microsoft.com/office/officeart/2005/8/layout/process2"/>
    <dgm:cxn modelId="{D08887B9-C1D1-4F45-9CA2-2D3BBCDA1B4D}" type="presOf" srcId="{4BBA5C83-9FE1-43A0-8E99-9A4C88E19709}" destId="{277389D6-6AA8-49A2-BB6E-C5833E5AC418}" srcOrd="0" destOrd="0" presId="urn:microsoft.com/office/officeart/2005/8/layout/process2"/>
    <dgm:cxn modelId="{876265BC-5B52-40BE-9ACA-F8EA99427281}" type="presOf" srcId="{EA13B23F-6E64-47A2-9713-C5A59FBCFB8B}" destId="{BC1C592A-0578-4623-A8B8-96FF18E482CE}" srcOrd="0" destOrd="0" presId="urn:microsoft.com/office/officeart/2005/8/layout/process2"/>
    <dgm:cxn modelId="{92A290BD-102F-4ADD-8BB3-DA82F03E5983}" type="presOf" srcId="{AE658B10-22B2-4D9A-B959-F1B66F1DC70E}" destId="{6779AF84-05FB-4969-9DC5-522A89EF7AA0}" srcOrd="0" destOrd="0" presId="urn:microsoft.com/office/officeart/2005/8/layout/process2"/>
    <dgm:cxn modelId="{3301B1BD-01EA-44B2-A390-E1D4D5C5DA22}" srcId="{75DC20DD-C18B-40F1-8C3E-21480D7D05D6}" destId="{03B0C25E-6B97-4AE2-8471-C908E72515A4}" srcOrd="3" destOrd="0" parTransId="{805BB6C3-B19D-4A3D-B87B-D68732448A36}" sibTransId="{5B00D4AD-FB02-4248-A08C-51D62CD7C8A1}"/>
    <dgm:cxn modelId="{4A3D61C7-D5E1-4FE8-B818-C93291F6FD39}" type="presOf" srcId="{84A2EF4C-7332-406A-B7C4-59A171517706}" destId="{C8D2213D-633A-49B2-BCEB-FDE701B459AE}" srcOrd="0" destOrd="0" presId="urn:microsoft.com/office/officeart/2005/8/layout/process2"/>
    <dgm:cxn modelId="{86C400DA-03D2-4129-BCC6-06A04D3E080C}" type="presOf" srcId="{98138955-719C-42CC-BAFC-9EEF3014750E}" destId="{204A8C84-19F1-47F0-BB30-EEC6D25023AE}" srcOrd="0" destOrd="0" presId="urn:microsoft.com/office/officeart/2005/8/layout/process2"/>
    <dgm:cxn modelId="{5BDDE2E0-0F34-424C-85F5-98E0E431CF99}" srcId="{75DC20DD-C18B-40F1-8C3E-21480D7D05D6}" destId="{1AA85109-32EA-4EA7-981F-8436C8DEFAC1}" srcOrd="7" destOrd="0" parTransId="{AA21EEF2-BD01-49E3-83C4-E733E8246291}" sibTransId="{69ED4237-3B7D-4345-8719-62F6990CA2FA}"/>
    <dgm:cxn modelId="{1BF98AE3-8A96-42CE-9C6C-6DE10F56DDB4}" type="presOf" srcId="{61695610-50EF-4805-A3FB-144BA41C44C9}" destId="{1DFDAAD3-BAB1-4BDC-B44D-91B285D6C923}" srcOrd="0" destOrd="0" presId="urn:microsoft.com/office/officeart/2005/8/layout/process2"/>
    <dgm:cxn modelId="{588A26F7-A87A-49D0-B32E-EB3E4BE194EF}" type="presOf" srcId="{1A4CFE1C-E9E4-45D4-A7E2-6422345C4D48}" destId="{6FF4162C-C0D9-40F6-8EF6-A4C2F3BA2CBD}" srcOrd="0" destOrd="0" presId="urn:microsoft.com/office/officeart/2005/8/layout/process2"/>
    <dgm:cxn modelId="{071C93FA-C8A5-4F8D-8404-6346496696BD}" type="presOf" srcId="{65D7BC11-AE31-4431-9F83-30C91B78B7CE}" destId="{3A4D2CE4-7026-4821-8657-4AB713A69355}" srcOrd="0" destOrd="0" presId="urn:microsoft.com/office/officeart/2005/8/layout/process2"/>
    <dgm:cxn modelId="{1A8DDFFA-7A7E-4FC1-87BE-64A6C7413EE7}" type="presOf" srcId="{2684C0A4-480D-4948-8F87-9E759C356F43}" destId="{89466979-814D-4575-A68D-275F745A88AC}" srcOrd="1" destOrd="0" presId="urn:microsoft.com/office/officeart/2005/8/layout/process2"/>
    <dgm:cxn modelId="{88B7BFFF-3BE2-4A06-BE6E-067F80C1F026}" type="presOf" srcId="{61702F73-982A-4C73-B96F-B69696B4D03B}" destId="{5E327EA1-07EE-4C0D-8AE8-2BE5FECFA6E6}" srcOrd="0" destOrd="0" presId="urn:microsoft.com/office/officeart/2005/8/layout/process2"/>
    <dgm:cxn modelId="{203A716C-064B-4DD1-BF35-198A49F21FC5}" type="presParOf" srcId="{B294DE74-EA62-43EC-A375-5BDCFDDDA6E8}" destId="{5E327EA1-07EE-4C0D-8AE8-2BE5FECFA6E6}" srcOrd="0" destOrd="0" presId="urn:microsoft.com/office/officeart/2005/8/layout/process2"/>
    <dgm:cxn modelId="{AA2592A5-F9C3-4818-AF16-A4755F8EFC8A}" type="presParOf" srcId="{B294DE74-EA62-43EC-A375-5BDCFDDDA6E8}" destId="{8544DA95-A255-44AF-97E6-AB26C039B23E}" srcOrd="1" destOrd="0" presId="urn:microsoft.com/office/officeart/2005/8/layout/process2"/>
    <dgm:cxn modelId="{55138213-746A-48AE-BE8A-D1C5DF37E064}" type="presParOf" srcId="{8544DA95-A255-44AF-97E6-AB26C039B23E}" destId="{ACF9DA32-8E70-41B1-AA68-41D69A04E03D}" srcOrd="0" destOrd="0" presId="urn:microsoft.com/office/officeart/2005/8/layout/process2"/>
    <dgm:cxn modelId="{52670A57-C91D-4D76-A1B8-6FCB73880B57}" type="presParOf" srcId="{B294DE74-EA62-43EC-A375-5BDCFDDDA6E8}" destId="{6FF4162C-C0D9-40F6-8EF6-A4C2F3BA2CBD}" srcOrd="2" destOrd="0" presId="urn:microsoft.com/office/officeart/2005/8/layout/process2"/>
    <dgm:cxn modelId="{FE7BBADF-23E8-40C8-8E0A-57EFD3821C4E}" type="presParOf" srcId="{B294DE74-EA62-43EC-A375-5BDCFDDDA6E8}" destId="{6779AF84-05FB-4969-9DC5-522A89EF7AA0}" srcOrd="3" destOrd="0" presId="urn:microsoft.com/office/officeart/2005/8/layout/process2"/>
    <dgm:cxn modelId="{FCCFD270-21E1-4729-8473-7BA0C6849516}" type="presParOf" srcId="{6779AF84-05FB-4969-9DC5-522A89EF7AA0}" destId="{0674BD57-A1E9-4965-8AC9-2EF64EA03CC2}" srcOrd="0" destOrd="0" presId="urn:microsoft.com/office/officeart/2005/8/layout/process2"/>
    <dgm:cxn modelId="{56F85A76-F4CD-478C-BCE7-F70F6119ED4F}" type="presParOf" srcId="{B294DE74-EA62-43EC-A375-5BDCFDDDA6E8}" destId="{3A4D2CE4-7026-4821-8657-4AB713A69355}" srcOrd="4" destOrd="0" presId="urn:microsoft.com/office/officeart/2005/8/layout/process2"/>
    <dgm:cxn modelId="{96E8AACC-8309-484A-BF3D-40EC04937FDA}" type="presParOf" srcId="{B294DE74-EA62-43EC-A375-5BDCFDDDA6E8}" destId="{C8D2213D-633A-49B2-BCEB-FDE701B459AE}" srcOrd="5" destOrd="0" presId="urn:microsoft.com/office/officeart/2005/8/layout/process2"/>
    <dgm:cxn modelId="{1EA8BBC3-9FCA-4672-9348-7ACED851D338}" type="presParOf" srcId="{C8D2213D-633A-49B2-BCEB-FDE701B459AE}" destId="{8C38A167-78BF-4AAD-8D41-7170AC57040E}" srcOrd="0" destOrd="0" presId="urn:microsoft.com/office/officeart/2005/8/layout/process2"/>
    <dgm:cxn modelId="{A3EBD00B-36A1-443C-9827-4D68B28B32DC}" type="presParOf" srcId="{B294DE74-EA62-43EC-A375-5BDCFDDDA6E8}" destId="{97443056-D0F7-4F07-8EE2-602C4043C93A}" srcOrd="6" destOrd="0" presId="urn:microsoft.com/office/officeart/2005/8/layout/process2"/>
    <dgm:cxn modelId="{1AA19B54-8B50-4870-B659-EA8AAE3B0FD8}" type="presParOf" srcId="{B294DE74-EA62-43EC-A375-5BDCFDDDA6E8}" destId="{AF955B4A-F586-408B-92A9-8E3D6ACC9178}" srcOrd="7" destOrd="0" presId="urn:microsoft.com/office/officeart/2005/8/layout/process2"/>
    <dgm:cxn modelId="{89D3AE59-D8B3-495F-857B-CA92600DB937}" type="presParOf" srcId="{AF955B4A-F586-408B-92A9-8E3D6ACC9178}" destId="{991AE055-F782-4F75-9BD8-33C8C4A434F7}" srcOrd="0" destOrd="0" presId="urn:microsoft.com/office/officeart/2005/8/layout/process2"/>
    <dgm:cxn modelId="{EDB17078-EE6D-4375-B7F8-721A11DE63DD}" type="presParOf" srcId="{B294DE74-EA62-43EC-A375-5BDCFDDDA6E8}" destId="{277389D6-6AA8-49A2-BB6E-C5833E5AC418}" srcOrd="8" destOrd="0" presId="urn:microsoft.com/office/officeart/2005/8/layout/process2"/>
    <dgm:cxn modelId="{63355C35-2C23-48E8-9042-56B8D698C5E2}" type="presParOf" srcId="{B294DE74-EA62-43EC-A375-5BDCFDDDA6E8}" destId="{204A8C84-19F1-47F0-BB30-EEC6D25023AE}" srcOrd="9" destOrd="0" presId="urn:microsoft.com/office/officeart/2005/8/layout/process2"/>
    <dgm:cxn modelId="{3877E6B7-1A16-4691-926E-AEE28FCD7B3F}" type="presParOf" srcId="{204A8C84-19F1-47F0-BB30-EEC6D25023AE}" destId="{1F6E6EE6-1011-4843-9A30-2A1B2BDA2DFF}" srcOrd="0" destOrd="0" presId="urn:microsoft.com/office/officeart/2005/8/layout/process2"/>
    <dgm:cxn modelId="{F692C40E-25BF-44D2-A46E-BAA4459BE97D}" type="presParOf" srcId="{B294DE74-EA62-43EC-A375-5BDCFDDDA6E8}" destId="{6C23392A-8E99-4EB9-9DBC-7B1F8AAF1EB8}" srcOrd="10" destOrd="0" presId="urn:microsoft.com/office/officeart/2005/8/layout/process2"/>
    <dgm:cxn modelId="{10ED3AB9-770C-47EF-86FD-82D4BF12AAA9}" type="presParOf" srcId="{B294DE74-EA62-43EC-A375-5BDCFDDDA6E8}" destId="{6935F370-CCDC-4C63-9A19-B11165B3E98B}" srcOrd="11" destOrd="0" presId="urn:microsoft.com/office/officeart/2005/8/layout/process2"/>
    <dgm:cxn modelId="{D728116E-9A1C-47E9-857B-3355E40D5246}" type="presParOf" srcId="{6935F370-CCDC-4C63-9A19-B11165B3E98B}" destId="{89466979-814D-4575-A68D-275F745A88AC}" srcOrd="0" destOrd="0" presId="urn:microsoft.com/office/officeart/2005/8/layout/process2"/>
    <dgm:cxn modelId="{AEB3A71A-BE12-4E0C-84AD-7115B7902C49}" type="presParOf" srcId="{B294DE74-EA62-43EC-A375-5BDCFDDDA6E8}" destId="{1DFDAAD3-BAB1-4BDC-B44D-91B285D6C923}" srcOrd="12" destOrd="0" presId="urn:microsoft.com/office/officeart/2005/8/layout/process2"/>
    <dgm:cxn modelId="{C15786A8-A9FF-4DDD-A139-16F014155333}" type="presParOf" srcId="{B294DE74-EA62-43EC-A375-5BDCFDDDA6E8}" destId="{BC1C592A-0578-4623-A8B8-96FF18E482CE}" srcOrd="13" destOrd="0" presId="urn:microsoft.com/office/officeart/2005/8/layout/process2"/>
    <dgm:cxn modelId="{329B4D0D-A748-4B1D-9720-884FFDC89BC8}" type="presParOf" srcId="{BC1C592A-0578-4623-A8B8-96FF18E482CE}" destId="{07C02E55-B19D-4292-ACE7-3F9EDA9734A0}" srcOrd="0" destOrd="0" presId="urn:microsoft.com/office/officeart/2005/8/layout/process2"/>
    <dgm:cxn modelId="{BFF5163E-43E1-465D-BBE4-1B7553C491EC}" type="presParOf" srcId="{B294DE74-EA62-43EC-A375-5BDCFDDDA6E8}" destId="{B4D0AC70-6BBB-46A2-97C2-00F8523ADB03}" srcOrd="1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F692E7F4-8D3D-4942-8182-8AF01B7D8387}" type="doc">
      <dgm:prSet loTypeId="urn:microsoft.com/office/officeart/2009/layout/CirclePictureHierarchy" loCatId="picture" qsTypeId="urn:microsoft.com/office/officeart/2005/8/quickstyle/simple1#11" qsCatId="simple" csTypeId="urn:microsoft.com/office/officeart/2005/8/colors/accent1_2#11" csCatId="accent1" phldr="1"/>
      <dgm:spPr/>
      <dgm:t>
        <a:bodyPr/>
        <a:lstStyle/>
        <a:p>
          <a:endParaRPr lang="en-US"/>
        </a:p>
      </dgm:t>
    </dgm:pt>
    <dgm:pt modelId="{2EB8CA3D-D1CB-43FC-8BDF-A7D4265537DD}">
      <dgm:prSet phldrT="[Text]" phldr="0"/>
      <dgm:spPr/>
      <dgm:t>
        <a:bodyPr/>
        <a:lstStyle/>
        <a:p>
          <a:r>
            <a:rPr lang="en-US" dirty="0" err="1"/>
            <a:t>ESP32</a:t>
          </a:r>
          <a:endParaRPr lang="en-US" dirty="0"/>
        </a:p>
      </dgm:t>
    </dgm:pt>
    <dgm:pt modelId="{BBDE5302-76BD-4BA5-A413-E9EFF6CA0470}" type="parTrans" cxnId="{96757906-0C2E-4A48-B060-8C1068049FED}">
      <dgm:prSet/>
      <dgm:spPr/>
      <dgm:t>
        <a:bodyPr/>
        <a:lstStyle/>
        <a:p>
          <a:endParaRPr lang="en-US"/>
        </a:p>
      </dgm:t>
    </dgm:pt>
    <dgm:pt modelId="{2BB92096-D5CE-4ECA-92D0-0EDF1F5C26A5}" type="sibTrans" cxnId="{96757906-0C2E-4A48-B060-8C1068049FED}">
      <dgm:prSet/>
      <dgm:spPr/>
      <dgm:t>
        <a:bodyPr/>
        <a:lstStyle/>
        <a:p>
          <a:endParaRPr lang="en-US"/>
        </a:p>
      </dgm:t>
    </dgm:pt>
    <dgm:pt modelId="{3DB2809C-7190-4A2D-AD71-B2E22C2C278C}">
      <dgm:prSet phldrT="[Text]" phldr="0"/>
      <dgm:spPr/>
      <dgm:t>
        <a:bodyPr/>
        <a:lstStyle/>
        <a:p>
          <a:r>
            <a:rPr lang="en-US" dirty="0"/>
            <a:t>Wi-Fi</a:t>
          </a:r>
        </a:p>
      </dgm:t>
    </dgm:pt>
    <dgm:pt modelId="{73F0566E-AD16-4A1A-8B73-1022CB9DB34C}" type="parTrans" cxnId="{D2990E41-3EE7-4C03-B041-53DB0BB04D19}">
      <dgm:prSet/>
      <dgm:spPr/>
      <dgm:t>
        <a:bodyPr/>
        <a:lstStyle/>
        <a:p>
          <a:endParaRPr lang="en-US"/>
        </a:p>
      </dgm:t>
    </dgm:pt>
    <dgm:pt modelId="{28928E2E-76D7-419A-89E1-6B86334D05AB}" type="sibTrans" cxnId="{D2990E41-3EE7-4C03-B041-53DB0BB04D19}">
      <dgm:prSet/>
      <dgm:spPr/>
      <dgm:t>
        <a:bodyPr/>
        <a:lstStyle/>
        <a:p>
          <a:endParaRPr lang="en-US"/>
        </a:p>
      </dgm:t>
    </dgm:pt>
    <dgm:pt modelId="{CC50A437-A81E-415C-B659-C113A6C3BC79}">
      <dgm:prSet phldrT="[Text]" phldr="0"/>
      <dgm:spPr/>
      <dgm:t>
        <a:bodyPr/>
        <a:lstStyle/>
        <a:p>
          <a:r>
            <a:rPr lang="en-US" dirty="0"/>
            <a:t>MicroSD</a:t>
          </a:r>
        </a:p>
      </dgm:t>
    </dgm:pt>
    <dgm:pt modelId="{0207FF48-C87B-480B-8C1D-ED64962A62F8}" type="parTrans" cxnId="{84E893BC-84F6-4645-AC9F-136E60E0B4E4}">
      <dgm:prSet/>
      <dgm:spPr/>
      <dgm:t>
        <a:bodyPr/>
        <a:lstStyle/>
        <a:p>
          <a:endParaRPr lang="en-US"/>
        </a:p>
      </dgm:t>
    </dgm:pt>
    <dgm:pt modelId="{C0F20B7E-66FE-4F59-81D1-7B05501EDA16}" type="sibTrans" cxnId="{84E893BC-84F6-4645-AC9F-136E60E0B4E4}">
      <dgm:prSet/>
      <dgm:spPr/>
      <dgm:t>
        <a:bodyPr/>
        <a:lstStyle/>
        <a:p>
          <a:endParaRPr lang="en-US"/>
        </a:p>
      </dgm:t>
    </dgm:pt>
    <dgm:pt modelId="{4B895FBC-0249-4177-968E-2FF2A1A779FC}">
      <dgm:prSet phldrT="[Text]"/>
      <dgm:spPr/>
      <dgm:t>
        <a:bodyPr/>
        <a:lstStyle/>
        <a:p>
          <a:r>
            <a:rPr lang="en-US" dirty="0" err="1"/>
            <a:t>Attendance.csv</a:t>
          </a:r>
          <a:endParaRPr lang="en-US" dirty="0"/>
        </a:p>
      </dgm:t>
    </dgm:pt>
    <dgm:pt modelId="{03F37CDD-E896-479B-BD1D-4ED07182FCF9}" type="parTrans" cxnId="{506F2ADC-B4AF-445A-B51D-69BDC82836CD}">
      <dgm:prSet/>
      <dgm:spPr/>
      <dgm:t>
        <a:bodyPr/>
        <a:lstStyle/>
        <a:p>
          <a:endParaRPr lang="en-US"/>
        </a:p>
      </dgm:t>
    </dgm:pt>
    <dgm:pt modelId="{20882955-1149-4684-A013-8D939AFADC04}" type="sibTrans" cxnId="{506F2ADC-B4AF-445A-B51D-69BDC82836CD}">
      <dgm:prSet/>
      <dgm:spPr/>
      <dgm:t>
        <a:bodyPr/>
        <a:lstStyle/>
        <a:p>
          <a:endParaRPr lang="en-US"/>
        </a:p>
      </dgm:t>
    </dgm:pt>
    <dgm:pt modelId="{71C5F6F6-486E-47FF-871F-37273266AD8E}">
      <dgm:prSet phldrT="[Text]"/>
      <dgm:spPr/>
      <dgm:t>
        <a:bodyPr/>
        <a:lstStyle/>
        <a:p>
          <a:r>
            <a:rPr lang="en-US" dirty="0" err="1"/>
            <a:t>Attendance.php</a:t>
          </a:r>
          <a:endParaRPr lang="en-US" dirty="0"/>
        </a:p>
      </dgm:t>
    </dgm:pt>
    <dgm:pt modelId="{53583ACF-84B9-489E-A053-D31E32BE76EA}" type="parTrans" cxnId="{36BA28B9-9572-43EB-97DF-8F6FF9614793}">
      <dgm:prSet/>
      <dgm:spPr/>
      <dgm:t>
        <a:bodyPr/>
        <a:lstStyle/>
        <a:p>
          <a:endParaRPr lang="en-US"/>
        </a:p>
      </dgm:t>
    </dgm:pt>
    <dgm:pt modelId="{81EE5B51-7C08-4A8D-9B66-144F013752CE}" type="sibTrans" cxnId="{36BA28B9-9572-43EB-97DF-8F6FF9614793}">
      <dgm:prSet/>
      <dgm:spPr/>
      <dgm:t>
        <a:bodyPr/>
        <a:lstStyle/>
        <a:p>
          <a:endParaRPr lang="en-US"/>
        </a:p>
      </dgm:t>
    </dgm:pt>
    <dgm:pt modelId="{A982E197-8C86-4D9C-984F-A9823888EAD9}">
      <dgm:prSet phldrT="[Text]"/>
      <dgm:spPr/>
      <dgm:t>
        <a:bodyPr/>
        <a:lstStyle/>
        <a:p>
          <a:r>
            <a:rPr lang="en-US" dirty="0" err="1"/>
            <a:t>Attendance.csv</a:t>
          </a:r>
          <a:endParaRPr lang="en-US" dirty="0"/>
        </a:p>
      </dgm:t>
    </dgm:pt>
    <dgm:pt modelId="{2E019BB1-FA3D-471E-B478-0D60B702BFA5}" type="parTrans" cxnId="{645B25DC-88D6-448F-880A-3E036BF0D99C}">
      <dgm:prSet/>
      <dgm:spPr/>
      <dgm:t>
        <a:bodyPr/>
        <a:lstStyle/>
        <a:p>
          <a:endParaRPr lang="en-US"/>
        </a:p>
      </dgm:t>
    </dgm:pt>
    <dgm:pt modelId="{EBAE8AFB-41FA-4E95-ACE2-1305CF237F34}" type="sibTrans" cxnId="{645B25DC-88D6-448F-880A-3E036BF0D99C}">
      <dgm:prSet/>
      <dgm:spPr/>
      <dgm:t>
        <a:bodyPr/>
        <a:lstStyle/>
        <a:p>
          <a:endParaRPr lang="en-US"/>
        </a:p>
      </dgm:t>
    </dgm:pt>
    <dgm:pt modelId="{B6CB5C86-77B9-4196-85AD-0D157EA30CF1}" type="pres">
      <dgm:prSet presAssocID="{F692E7F4-8D3D-4942-8182-8AF01B7D838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F197216-C224-401F-A42B-D653340C2E1C}" type="pres">
      <dgm:prSet presAssocID="{2EB8CA3D-D1CB-43FC-8BDF-A7D4265537DD}" presName="hierRoot1" presStyleCnt="0"/>
      <dgm:spPr/>
    </dgm:pt>
    <dgm:pt modelId="{01DB4EA9-50AF-453A-811B-E4F3C1D07AE7}" type="pres">
      <dgm:prSet presAssocID="{2EB8CA3D-D1CB-43FC-8BDF-A7D4265537DD}" presName="composite" presStyleCnt="0"/>
      <dgm:spPr/>
    </dgm:pt>
    <dgm:pt modelId="{A7ED78FB-D416-44E6-96F7-93C5C25B8ECA}" type="pres">
      <dgm:prSet presAssocID="{2EB8CA3D-D1CB-43FC-8BDF-A7D4265537DD}" presName="image" presStyleLbl="node0" presStyleIdx="0" presStyleCnt="1"/>
      <dgm:spPr>
        <a:blipFill>
          <a:blip xmlns:r="http://schemas.openxmlformats.org/officeDocument/2006/relationships" r:embed="rId1"/>
          <a:srcRect/>
          <a:stretch>
            <a:fillRect/>
          </a:stretch>
        </a:blipFill>
      </dgm:spPr>
    </dgm:pt>
    <dgm:pt modelId="{ECB5E4B3-8AE4-4671-9A3A-CB7E48DC33E1}" type="pres">
      <dgm:prSet presAssocID="{2EB8CA3D-D1CB-43FC-8BDF-A7D4265537DD}" presName="text" presStyleLbl="revTx" presStyleIdx="0" presStyleCnt="6">
        <dgm:presLayoutVars>
          <dgm:chPref val="3"/>
        </dgm:presLayoutVars>
      </dgm:prSet>
      <dgm:spPr/>
    </dgm:pt>
    <dgm:pt modelId="{BFB87931-7699-4715-B3D2-625C692A809D}" type="pres">
      <dgm:prSet presAssocID="{2EB8CA3D-D1CB-43FC-8BDF-A7D4265537DD}" presName="hierChild2" presStyleCnt="0"/>
      <dgm:spPr/>
    </dgm:pt>
    <dgm:pt modelId="{5D682652-FA46-4E3F-B32D-39DA3F343A4A}" type="pres">
      <dgm:prSet presAssocID="{73F0566E-AD16-4A1A-8B73-1022CB9DB34C}" presName="Name10" presStyleLbl="parChTrans1D2" presStyleIdx="0" presStyleCnt="2"/>
      <dgm:spPr/>
    </dgm:pt>
    <dgm:pt modelId="{B810F75F-A36F-47A6-BFCA-A54D9FA202E2}" type="pres">
      <dgm:prSet presAssocID="{3DB2809C-7190-4A2D-AD71-B2E22C2C278C}" presName="hierRoot2" presStyleCnt="0"/>
      <dgm:spPr/>
    </dgm:pt>
    <dgm:pt modelId="{9DE914AE-4700-48E1-8FE8-B11A7E9B3DB9}" type="pres">
      <dgm:prSet presAssocID="{3DB2809C-7190-4A2D-AD71-B2E22C2C278C}" presName="composite2" presStyleCnt="0"/>
      <dgm:spPr/>
    </dgm:pt>
    <dgm:pt modelId="{9EA7EEF8-5261-4800-8079-A23D7126E574}" type="pres">
      <dgm:prSet presAssocID="{3DB2809C-7190-4A2D-AD71-B2E22C2C278C}" presName="image2" presStyleLbl="node2" presStyleIdx="0" presStyleCnt="2"/>
      <dgm:spPr>
        <a:blipFill>
          <a:blip xmlns:r="http://schemas.openxmlformats.org/officeDocument/2006/relationships" r:embed="rId2"/>
          <a:srcRect/>
          <a:stretch>
            <a:fillRect/>
          </a:stretch>
        </a:blipFill>
      </dgm:spPr>
    </dgm:pt>
    <dgm:pt modelId="{354F6D97-BC63-4C56-BCB5-1CFFD60C10B7}" type="pres">
      <dgm:prSet presAssocID="{3DB2809C-7190-4A2D-AD71-B2E22C2C278C}" presName="text2" presStyleLbl="revTx" presStyleIdx="1" presStyleCnt="6">
        <dgm:presLayoutVars>
          <dgm:chPref val="3"/>
        </dgm:presLayoutVars>
      </dgm:prSet>
      <dgm:spPr/>
    </dgm:pt>
    <dgm:pt modelId="{C808304E-1E7A-4E79-847F-8B1E31C3F3C3}" type="pres">
      <dgm:prSet presAssocID="{3DB2809C-7190-4A2D-AD71-B2E22C2C278C}" presName="hierChild3" presStyleCnt="0"/>
      <dgm:spPr/>
    </dgm:pt>
    <dgm:pt modelId="{3FFAD8A9-0EBB-424D-99F8-70AF03A59C58}" type="pres">
      <dgm:prSet presAssocID="{53583ACF-84B9-489E-A053-D31E32BE76EA}" presName="Name17" presStyleLbl="parChTrans1D3" presStyleIdx="0" presStyleCnt="2"/>
      <dgm:spPr/>
    </dgm:pt>
    <dgm:pt modelId="{93987B96-450F-4262-AEEC-D89F5682BC21}" type="pres">
      <dgm:prSet presAssocID="{71C5F6F6-486E-47FF-871F-37273266AD8E}" presName="hierRoot3" presStyleCnt="0"/>
      <dgm:spPr/>
    </dgm:pt>
    <dgm:pt modelId="{ADD7247B-0A04-4B4A-B367-FD9E0B2D4408}" type="pres">
      <dgm:prSet presAssocID="{71C5F6F6-486E-47FF-871F-37273266AD8E}" presName="composite3" presStyleCnt="0"/>
      <dgm:spPr/>
    </dgm:pt>
    <dgm:pt modelId="{EC7C1669-9016-4F7D-BC47-D2F49501B2BB}" type="pres">
      <dgm:prSet presAssocID="{71C5F6F6-486E-47FF-871F-37273266AD8E}" presName="image3" presStyleLbl="node3" presStyleIdx="0" presStyleCnt="2"/>
      <dgm:spPr>
        <a:blipFill>
          <a:blip xmlns:r="http://schemas.openxmlformats.org/officeDocument/2006/relationships" r:embed="rId3"/>
          <a:srcRect/>
          <a:stretch>
            <a:fillRect/>
          </a:stretch>
        </a:blipFill>
      </dgm:spPr>
    </dgm:pt>
    <dgm:pt modelId="{58D50481-B698-486A-8A61-80755F1907DF}" type="pres">
      <dgm:prSet presAssocID="{71C5F6F6-486E-47FF-871F-37273266AD8E}" presName="text3" presStyleLbl="revTx" presStyleIdx="2" presStyleCnt="6">
        <dgm:presLayoutVars>
          <dgm:chPref val="3"/>
        </dgm:presLayoutVars>
      </dgm:prSet>
      <dgm:spPr/>
    </dgm:pt>
    <dgm:pt modelId="{53D65B38-5B5C-4C55-9FC3-5FC3DB805374}" type="pres">
      <dgm:prSet presAssocID="{71C5F6F6-486E-47FF-871F-37273266AD8E}" presName="hierChild4" presStyleCnt="0"/>
      <dgm:spPr/>
    </dgm:pt>
    <dgm:pt modelId="{C7E382AB-25DA-4ACE-81FE-1CE89604DC1C}" type="pres">
      <dgm:prSet presAssocID="{2E019BB1-FA3D-471E-B478-0D60B702BFA5}" presName="Name23" presStyleLbl="parChTrans1D4" presStyleIdx="0" presStyleCnt="1"/>
      <dgm:spPr/>
    </dgm:pt>
    <dgm:pt modelId="{A9B40E32-3902-4AA5-86F9-36E8F0FB0BCF}" type="pres">
      <dgm:prSet presAssocID="{A982E197-8C86-4D9C-984F-A9823888EAD9}" presName="hierRoot4" presStyleCnt="0"/>
      <dgm:spPr/>
    </dgm:pt>
    <dgm:pt modelId="{A7C51672-9EF5-440C-8900-CE3B8A0E50A5}" type="pres">
      <dgm:prSet presAssocID="{A982E197-8C86-4D9C-984F-A9823888EAD9}" presName="composite4" presStyleCnt="0"/>
      <dgm:spPr/>
    </dgm:pt>
    <dgm:pt modelId="{86C3CA74-3901-41C1-B88D-C91DE7DF192C}" type="pres">
      <dgm:prSet presAssocID="{A982E197-8C86-4D9C-984F-A9823888EAD9}" presName="image4" presStyleLbl="node4" presStyleIdx="0" presStyleCnt="1"/>
      <dgm:spPr>
        <a:blipFill>
          <a:blip xmlns:r="http://schemas.openxmlformats.org/officeDocument/2006/relationships" r:embed="rId4"/>
          <a:srcRect/>
          <a:stretch>
            <a:fillRect/>
          </a:stretch>
        </a:blipFill>
      </dgm:spPr>
    </dgm:pt>
    <dgm:pt modelId="{C1143BE1-CF6D-4BDC-B349-7A7ABF120277}" type="pres">
      <dgm:prSet presAssocID="{A982E197-8C86-4D9C-984F-A9823888EAD9}" presName="text4" presStyleLbl="revTx" presStyleIdx="3" presStyleCnt="6">
        <dgm:presLayoutVars>
          <dgm:chPref val="3"/>
        </dgm:presLayoutVars>
      </dgm:prSet>
      <dgm:spPr/>
    </dgm:pt>
    <dgm:pt modelId="{92A561F4-6CAB-4177-B99F-E96CB15A57EE}" type="pres">
      <dgm:prSet presAssocID="{A982E197-8C86-4D9C-984F-A9823888EAD9}" presName="hierChild5" presStyleCnt="0"/>
      <dgm:spPr/>
    </dgm:pt>
    <dgm:pt modelId="{7E5347C6-9C50-4897-8F42-606432A08CDD}" type="pres">
      <dgm:prSet presAssocID="{0207FF48-C87B-480B-8C1D-ED64962A62F8}" presName="Name10" presStyleLbl="parChTrans1D2" presStyleIdx="1" presStyleCnt="2"/>
      <dgm:spPr/>
    </dgm:pt>
    <dgm:pt modelId="{5B8D9601-80C8-4874-AA6D-3541B47C5B88}" type="pres">
      <dgm:prSet presAssocID="{CC50A437-A81E-415C-B659-C113A6C3BC79}" presName="hierRoot2" presStyleCnt="0"/>
      <dgm:spPr/>
    </dgm:pt>
    <dgm:pt modelId="{25967A35-4A99-469C-87AE-96C6A4AFB95D}" type="pres">
      <dgm:prSet presAssocID="{CC50A437-A81E-415C-B659-C113A6C3BC79}" presName="composite2" presStyleCnt="0"/>
      <dgm:spPr/>
    </dgm:pt>
    <dgm:pt modelId="{EDAD37C9-5D0C-4B15-BC7D-FAFAC325D4A0}" type="pres">
      <dgm:prSet presAssocID="{CC50A437-A81E-415C-B659-C113A6C3BC79}" presName="image2" presStyleLbl="node2" presStyleIdx="1" presStyleCnt="2"/>
      <dgm:spPr>
        <a:blipFill>
          <a:blip xmlns:r="http://schemas.openxmlformats.org/officeDocument/2006/relationships" r:embed="rId5"/>
          <a:srcRect/>
          <a:stretch>
            <a:fillRect t="-6000" b="-6000"/>
          </a:stretch>
        </a:blipFill>
      </dgm:spPr>
    </dgm:pt>
    <dgm:pt modelId="{26F8375C-24BA-430E-8836-FF3FC49B9CF3}" type="pres">
      <dgm:prSet presAssocID="{CC50A437-A81E-415C-B659-C113A6C3BC79}" presName="text2" presStyleLbl="revTx" presStyleIdx="4" presStyleCnt="6">
        <dgm:presLayoutVars>
          <dgm:chPref val="3"/>
        </dgm:presLayoutVars>
      </dgm:prSet>
      <dgm:spPr/>
    </dgm:pt>
    <dgm:pt modelId="{3F9B422C-2BB9-457A-988C-0D4BB8DFC690}" type="pres">
      <dgm:prSet presAssocID="{CC50A437-A81E-415C-B659-C113A6C3BC79}" presName="hierChild3" presStyleCnt="0"/>
      <dgm:spPr/>
    </dgm:pt>
    <dgm:pt modelId="{D7976026-E9B7-422E-B6F2-7B78753091A5}" type="pres">
      <dgm:prSet presAssocID="{03F37CDD-E896-479B-BD1D-4ED07182FCF9}" presName="Name17" presStyleLbl="parChTrans1D3" presStyleIdx="1" presStyleCnt="2"/>
      <dgm:spPr/>
    </dgm:pt>
    <dgm:pt modelId="{072C779E-CA52-4A79-A27E-BE8B73DA9DC1}" type="pres">
      <dgm:prSet presAssocID="{4B895FBC-0249-4177-968E-2FF2A1A779FC}" presName="hierRoot3" presStyleCnt="0"/>
      <dgm:spPr/>
    </dgm:pt>
    <dgm:pt modelId="{A61C5250-A331-4D79-898A-B9AF408F6A80}" type="pres">
      <dgm:prSet presAssocID="{4B895FBC-0249-4177-968E-2FF2A1A779FC}" presName="composite3" presStyleCnt="0"/>
      <dgm:spPr/>
    </dgm:pt>
    <dgm:pt modelId="{0A479D3B-81DB-4505-BFDA-7DA1F3F0F858}" type="pres">
      <dgm:prSet presAssocID="{4B895FBC-0249-4177-968E-2FF2A1A779FC}" presName="image3" presStyleLbl="node3" presStyleIdx="1" presStyleCnt="2"/>
      <dgm:spPr>
        <a:blipFill>
          <a:blip xmlns:r="http://schemas.openxmlformats.org/officeDocument/2006/relationships" r:embed="rId4"/>
          <a:srcRect/>
          <a:stretch>
            <a:fillRect/>
          </a:stretch>
        </a:blipFill>
      </dgm:spPr>
    </dgm:pt>
    <dgm:pt modelId="{3CBC5A59-2E11-4B9A-BC61-F68B366676B0}" type="pres">
      <dgm:prSet presAssocID="{4B895FBC-0249-4177-968E-2FF2A1A779FC}" presName="text3" presStyleLbl="revTx" presStyleIdx="5" presStyleCnt="6">
        <dgm:presLayoutVars>
          <dgm:chPref val="3"/>
        </dgm:presLayoutVars>
      </dgm:prSet>
      <dgm:spPr/>
    </dgm:pt>
    <dgm:pt modelId="{53859EC6-5702-46A0-8D0A-B665450343D5}" type="pres">
      <dgm:prSet presAssocID="{4B895FBC-0249-4177-968E-2FF2A1A779FC}" presName="hierChild4" presStyleCnt="0"/>
      <dgm:spPr/>
    </dgm:pt>
  </dgm:ptLst>
  <dgm:cxnLst>
    <dgm:cxn modelId="{D7FF4306-DC49-43A8-AD04-9B6B74C1135C}" type="presOf" srcId="{CC50A437-A81E-415C-B659-C113A6C3BC79}" destId="{26F8375C-24BA-430E-8836-FF3FC49B9CF3}" srcOrd="0" destOrd="0" presId="urn:microsoft.com/office/officeart/2009/layout/CirclePictureHierarchy"/>
    <dgm:cxn modelId="{7C207606-69D1-4507-BB44-4958F45725FC}" type="presOf" srcId="{53583ACF-84B9-489E-A053-D31E32BE76EA}" destId="{3FFAD8A9-0EBB-424D-99F8-70AF03A59C58}" srcOrd="0" destOrd="0" presId="urn:microsoft.com/office/officeart/2009/layout/CirclePictureHierarchy"/>
    <dgm:cxn modelId="{96757906-0C2E-4A48-B060-8C1068049FED}" srcId="{F692E7F4-8D3D-4942-8182-8AF01B7D8387}" destId="{2EB8CA3D-D1CB-43FC-8BDF-A7D4265537DD}" srcOrd="0" destOrd="0" parTransId="{BBDE5302-76BD-4BA5-A413-E9EFF6CA0470}" sibTransId="{2BB92096-D5CE-4ECA-92D0-0EDF1F5C26A5}"/>
    <dgm:cxn modelId="{B4DF8611-18E2-4A77-B40E-6D2E8D1BCF76}" type="presOf" srcId="{2E019BB1-FA3D-471E-B478-0D60B702BFA5}" destId="{C7E382AB-25DA-4ACE-81FE-1CE89604DC1C}" srcOrd="0" destOrd="0" presId="urn:microsoft.com/office/officeart/2009/layout/CirclePictureHierarchy"/>
    <dgm:cxn modelId="{D2BEEE1B-67FE-4A5F-9F3C-2FCB742F97FA}" type="presOf" srcId="{73F0566E-AD16-4A1A-8B73-1022CB9DB34C}" destId="{5D682652-FA46-4E3F-B32D-39DA3F343A4A}" srcOrd="0" destOrd="0" presId="urn:microsoft.com/office/officeart/2009/layout/CirclePictureHierarchy"/>
    <dgm:cxn modelId="{2FF97630-497C-4138-8B6E-73842C19A4AA}" type="presOf" srcId="{A982E197-8C86-4D9C-984F-A9823888EAD9}" destId="{C1143BE1-CF6D-4BDC-B349-7A7ABF120277}" srcOrd="0" destOrd="0" presId="urn:microsoft.com/office/officeart/2009/layout/CirclePictureHierarchy"/>
    <dgm:cxn modelId="{D7207236-FFFB-48C8-8E9B-08689CA77B85}" type="presOf" srcId="{2EB8CA3D-D1CB-43FC-8BDF-A7D4265537DD}" destId="{ECB5E4B3-8AE4-4671-9A3A-CB7E48DC33E1}" srcOrd="0" destOrd="0" presId="urn:microsoft.com/office/officeart/2009/layout/CirclePictureHierarchy"/>
    <dgm:cxn modelId="{D2990E41-3EE7-4C03-B041-53DB0BB04D19}" srcId="{2EB8CA3D-D1CB-43FC-8BDF-A7D4265537DD}" destId="{3DB2809C-7190-4A2D-AD71-B2E22C2C278C}" srcOrd="0" destOrd="0" parTransId="{73F0566E-AD16-4A1A-8B73-1022CB9DB34C}" sibTransId="{28928E2E-76D7-419A-89E1-6B86334D05AB}"/>
    <dgm:cxn modelId="{A5C01D45-F324-4C16-A135-221220F1EC8F}" type="presOf" srcId="{3DB2809C-7190-4A2D-AD71-B2E22C2C278C}" destId="{354F6D97-BC63-4C56-BCB5-1CFFD60C10B7}" srcOrd="0" destOrd="0" presId="urn:microsoft.com/office/officeart/2009/layout/CirclePictureHierarchy"/>
    <dgm:cxn modelId="{EC2B056E-3FE5-4838-BA16-A3E1ABA1505E}" type="presOf" srcId="{4B895FBC-0249-4177-968E-2FF2A1A779FC}" destId="{3CBC5A59-2E11-4B9A-BC61-F68B366676B0}" srcOrd="0" destOrd="0" presId="urn:microsoft.com/office/officeart/2009/layout/CirclePictureHierarchy"/>
    <dgm:cxn modelId="{9735A270-B1E7-46EC-9AC6-7685E1112FC1}" type="presOf" srcId="{03F37CDD-E896-479B-BD1D-4ED07182FCF9}" destId="{D7976026-E9B7-422E-B6F2-7B78753091A5}" srcOrd="0" destOrd="0" presId="urn:microsoft.com/office/officeart/2009/layout/CirclePictureHierarchy"/>
    <dgm:cxn modelId="{D9AC2983-18DA-4AC9-9A70-06EB1C63495C}" type="presOf" srcId="{F692E7F4-8D3D-4942-8182-8AF01B7D8387}" destId="{B6CB5C86-77B9-4196-85AD-0D157EA30CF1}" srcOrd="0" destOrd="0" presId="urn:microsoft.com/office/officeart/2009/layout/CirclePictureHierarchy"/>
    <dgm:cxn modelId="{5588EA8C-687D-442B-8B07-A0900B83DC4F}" type="presOf" srcId="{71C5F6F6-486E-47FF-871F-37273266AD8E}" destId="{58D50481-B698-486A-8A61-80755F1907DF}" srcOrd="0" destOrd="0" presId="urn:microsoft.com/office/officeart/2009/layout/CirclePictureHierarchy"/>
    <dgm:cxn modelId="{36BA28B9-9572-43EB-97DF-8F6FF9614793}" srcId="{3DB2809C-7190-4A2D-AD71-B2E22C2C278C}" destId="{71C5F6F6-486E-47FF-871F-37273266AD8E}" srcOrd="0" destOrd="0" parTransId="{53583ACF-84B9-489E-A053-D31E32BE76EA}" sibTransId="{81EE5B51-7C08-4A8D-9B66-144F013752CE}"/>
    <dgm:cxn modelId="{84E893BC-84F6-4645-AC9F-136E60E0B4E4}" srcId="{2EB8CA3D-D1CB-43FC-8BDF-A7D4265537DD}" destId="{CC50A437-A81E-415C-B659-C113A6C3BC79}" srcOrd="1" destOrd="0" parTransId="{0207FF48-C87B-480B-8C1D-ED64962A62F8}" sibTransId="{C0F20B7E-66FE-4F59-81D1-7B05501EDA16}"/>
    <dgm:cxn modelId="{645B25DC-88D6-448F-880A-3E036BF0D99C}" srcId="{71C5F6F6-486E-47FF-871F-37273266AD8E}" destId="{A982E197-8C86-4D9C-984F-A9823888EAD9}" srcOrd="0" destOrd="0" parTransId="{2E019BB1-FA3D-471E-B478-0D60B702BFA5}" sibTransId="{EBAE8AFB-41FA-4E95-ACE2-1305CF237F34}"/>
    <dgm:cxn modelId="{506F2ADC-B4AF-445A-B51D-69BDC82836CD}" srcId="{CC50A437-A81E-415C-B659-C113A6C3BC79}" destId="{4B895FBC-0249-4177-968E-2FF2A1A779FC}" srcOrd="0" destOrd="0" parTransId="{03F37CDD-E896-479B-BD1D-4ED07182FCF9}" sibTransId="{20882955-1149-4684-A013-8D939AFADC04}"/>
    <dgm:cxn modelId="{260393FE-76D9-47A7-940C-58A9D0091702}" type="presOf" srcId="{0207FF48-C87B-480B-8C1D-ED64962A62F8}" destId="{7E5347C6-9C50-4897-8F42-606432A08CDD}" srcOrd="0" destOrd="0" presId="urn:microsoft.com/office/officeart/2009/layout/CirclePictureHierarchy"/>
    <dgm:cxn modelId="{66508FBB-3D89-49C5-88CF-887343004C21}" type="presParOf" srcId="{B6CB5C86-77B9-4196-85AD-0D157EA30CF1}" destId="{6F197216-C224-401F-A42B-D653340C2E1C}" srcOrd="0" destOrd="0" presId="urn:microsoft.com/office/officeart/2009/layout/CirclePictureHierarchy"/>
    <dgm:cxn modelId="{DF60D645-5B18-4566-99A2-C87F760AA967}" type="presParOf" srcId="{6F197216-C224-401F-A42B-D653340C2E1C}" destId="{01DB4EA9-50AF-453A-811B-E4F3C1D07AE7}" srcOrd="0" destOrd="0" presId="urn:microsoft.com/office/officeart/2009/layout/CirclePictureHierarchy"/>
    <dgm:cxn modelId="{20C1FFAA-7BBB-4AFA-8E46-09B76FA35FB4}" type="presParOf" srcId="{01DB4EA9-50AF-453A-811B-E4F3C1D07AE7}" destId="{A7ED78FB-D416-44E6-96F7-93C5C25B8ECA}" srcOrd="0" destOrd="0" presId="urn:microsoft.com/office/officeart/2009/layout/CirclePictureHierarchy"/>
    <dgm:cxn modelId="{E091848A-EC60-4549-A974-AA1167B51A45}" type="presParOf" srcId="{01DB4EA9-50AF-453A-811B-E4F3C1D07AE7}" destId="{ECB5E4B3-8AE4-4671-9A3A-CB7E48DC33E1}" srcOrd="1" destOrd="0" presId="urn:microsoft.com/office/officeart/2009/layout/CirclePictureHierarchy"/>
    <dgm:cxn modelId="{C943105E-2CE1-46E1-B2E2-EAEA1EED4665}" type="presParOf" srcId="{6F197216-C224-401F-A42B-D653340C2E1C}" destId="{BFB87931-7699-4715-B3D2-625C692A809D}" srcOrd="1" destOrd="0" presId="urn:microsoft.com/office/officeart/2009/layout/CirclePictureHierarchy"/>
    <dgm:cxn modelId="{E0B3C559-3000-4F89-A9FC-DE4EA0F7A033}" type="presParOf" srcId="{BFB87931-7699-4715-B3D2-625C692A809D}" destId="{5D682652-FA46-4E3F-B32D-39DA3F343A4A}" srcOrd="0" destOrd="0" presId="urn:microsoft.com/office/officeart/2009/layout/CirclePictureHierarchy"/>
    <dgm:cxn modelId="{403240A5-CCB3-4D91-87A4-0C1A3958E0EF}" type="presParOf" srcId="{BFB87931-7699-4715-B3D2-625C692A809D}" destId="{B810F75F-A36F-47A6-BFCA-A54D9FA202E2}" srcOrd="1" destOrd="0" presId="urn:microsoft.com/office/officeart/2009/layout/CirclePictureHierarchy"/>
    <dgm:cxn modelId="{7E10507F-35A6-4A95-B2DC-B6CCE9461A49}" type="presParOf" srcId="{B810F75F-A36F-47A6-BFCA-A54D9FA202E2}" destId="{9DE914AE-4700-48E1-8FE8-B11A7E9B3DB9}" srcOrd="0" destOrd="0" presId="urn:microsoft.com/office/officeart/2009/layout/CirclePictureHierarchy"/>
    <dgm:cxn modelId="{C2BFAC64-0ADF-4DB3-B194-348F42E0CCD2}" type="presParOf" srcId="{9DE914AE-4700-48E1-8FE8-B11A7E9B3DB9}" destId="{9EA7EEF8-5261-4800-8079-A23D7126E574}" srcOrd="0" destOrd="0" presId="urn:microsoft.com/office/officeart/2009/layout/CirclePictureHierarchy"/>
    <dgm:cxn modelId="{00970AB1-4C50-4808-80D1-F5B11A405A17}" type="presParOf" srcId="{9DE914AE-4700-48E1-8FE8-B11A7E9B3DB9}" destId="{354F6D97-BC63-4C56-BCB5-1CFFD60C10B7}" srcOrd="1" destOrd="0" presId="urn:microsoft.com/office/officeart/2009/layout/CirclePictureHierarchy"/>
    <dgm:cxn modelId="{396E638A-B217-463C-947C-775FB746CF93}" type="presParOf" srcId="{B810F75F-A36F-47A6-BFCA-A54D9FA202E2}" destId="{C808304E-1E7A-4E79-847F-8B1E31C3F3C3}" srcOrd="1" destOrd="0" presId="urn:microsoft.com/office/officeart/2009/layout/CirclePictureHierarchy"/>
    <dgm:cxn modelId="{EEF01C79-5E53-4708-9AA5-45CF31ED6DA8}" type="presParOf" srcId="{C808304E-1E7A-4E79-847F-8B1E31C3F3C3}" destId="{3FFAD8A9-0EBB-424D-99F8-70AF03A59C58}" srcOrd="0" destOrd="0" presId="urn:microsoft.com/office/officeart/2009/layout/CirclePictureHierarchy"/>
    <dgm:cxn modelId="{771C5451-2052-4B56-BCB4-0C8960D9699E}" type="presParOf" srcId="{C808304E-1E7A-4E79-847F-8B1E31C3F3C3}" destId="{93987B96-450F-4262-AEEC-D89F5682BC21}" srcOrd="1" destOrd="0" presId="urn:microsoft.com/office/officeart/2009/layout/CirclePictureHierarchy"/>
    <dgm:cxn modelId="{8C662368-5B18-458E-BADA-04ECCB766DE3}" type="presParOf" srcId="{93987B96-450F-4262-AEEC-D89F5682BC21}" destId="{ADD7247B-0A04-4B4A-B367-FD9E0B2D4408}" srcOrd="0" destOrd="0" presId="urn:microsoft.com/office/officeart/2009/layout/CirclePictureHierarchy"/>
    <dgm:cxn modelId="{DF9B632F-3593-41FE-94DB-E8AC69384F76}" type="presParOf" srcId="{ADD7247B-0A04-4B4A-B367-FD9E0B2D4408}" destId="{EC7C1669-9016-4F7D-BC47-D2F49501B2BB}" srcOrd="0" destOrd="0" presId="urn:microsoft.com/office/officeart/2009/layout/CirclePictureHierarchy"/>
    <dgm:cxn modelId="{85BD9D25-A7FA-4E26-955C-7BC35348EC78}" type="presParOf" srcId="{ADD7247B-0A04-4B4A-B367-FD9E0B2D4408}" destId="{58D50481-B698-486A-8A61-80755F1907DF}" srcOrd="1" destOrd="0" presId="urn:microsoft.com/office/officeart/2009/layout/CirclePictureHierarchy"/>
    <dgm:cxn modelId="{AC071254-01D4-4ABF-A4CD-165802E08B8F}" type="presParOf" srcId="{93987B96-450F-4262-AEEC-D89F5682BC21}" destId="{53D65B38-5B5C-4C55-9FC3-5FC3DB805374}" srcOrd="1" destOrd="0" presId="urn:microsoft.com/office/officeart/2009/layout/CirclePictureHierarchy"/>
    <dgm:cxn modelId="{BC3DBFEE-6706-4865-BEEA-8FB6AED33777}" type="presParOf" srcId="{53D65B38-5B5C-4C55-9FC3-5FC3DB805374}" destId="{C7E382AB-25DA-4ACE-81FE-1CE89604DC1C}" srcOrd="0" destOrd="0" presId="urn:microsoft.com/office/officeart/2009/layout/CirclePictureHierarchy"/>
    <dgm:cxn modelId="{B594518E-D3B5-4E34-A350-FFA131A64A96}" type="presParOf" srcId="{53D65B38-5B5C-4C55-9FC3-5FC3DB805374}" destId="{A9B40E32-3902-4AA5-86F9-36E8F0FB0BCF}" srcOrd="1" destOrd="0" presId="urn:microsoft.com/office/officeart/2009/layout/CirclePictureHierarchy"/>
    <dgm:cxn modelId="{FB23052B-06B2-4174-92A4-E32DC10419A9}" type="presParOf" srcId="{A9B40E32-3902-4AA5-86F9-36E8F0FB0BCF}" destId="{A7C51672-9EF5-440C-8900-CE3B8A0E50A5}" srcOrd="0" destOrd="0" presId="urn:microsoft.com/office/officeart/2009/layout/CirclePictureHierarchy"/>
    <dgm:cxn modelId="{9CA8A0D3-EB5F-48B4-893C-42A1A9618A0C}" type="presParOf" srcId="{A7C51672-9EF5-440C-8900-CE3B8A0E50A5}" destId="{86C3CA74-3901-41C1-B88D-C91DE7DF192C}" srcOrd="0" destOrd="0" presId="urn:microsoft.com/office/officeart/2009/layout/CirclePictureHierarchy"/>
    <dgm:cxn modelId="{C8A77C97-E6A2-4DAB-861D-6CDE2D7C094E}" type="presParOf" srcId="{A7C51672-9EF5-440C-8900-CE3B8A0E50A5}" destId="{C1143BE1-CF6D-4BDC-B349-7A7ABF120277}" srcOrd="1" destOrd="0" presId="urn:microsoft.com/office/officeart/2009/layout/CirclePictureHierarchy"/>
    <dgm:cxn modelId="{F45C5780-4E90-4528-BDE1-BBF493DF5191}" type="presParOf" srcId="{A9B40E32-3902-4AA5-86F9-36E8F0FB0BCF}" destId="{92A561F4-6CAB-4177-B99F-E96CB15A57EE}" srcOrd="1" destOrd="0" presId="urn:microsoft.com/office/officeart/2009/layout/CirclePictureHierarchy"/>
    <dgm:cxn modelId="{C60C6ECD-2DFC-4B84-A693-23C112EEF298}" type="presParOf" srcId="{BFB87931-7699-4715-B3D2-625C692A809D}" destId="{7E5347C6-9C50-4897-8F42-606432A08CDD}" srcOrd="2" destOrd="0" presId="urn:microsoft.com/office/officeart/2009/layout/CirclePictureHierarchy"/>
    <dgm:cxn modelId="{C72E00C6-1FEF-47F6-A9A7-66015B9C6D88}" type="presParOf" srcId="{BFB87931-7699-4715-B3D2-625C692A809D}" destId="{5B8D9601-80C8-4874-AA6D-3541B47C5B88}" srcOrd="3" destOrd="0" presId="urn:microsoft.com/office/officeart/2009/layout/CirclePictureHierarchy"/>
    <dgm:cxn modelId="{E8B9CE25-6A2B-4EED-ADC2-7DA61689F0D1}" type="presParOf" srcId="{5B8D9601-80C8-4874-AA6D-3541B47C5B88}" destId="{25967A35-4A99-469C-87AE-96C6A4AFB95D}" srcOrd="0" destOrd="0" presId="urn:microsoft.com/office/officeart/2009/layout/CirclePictureHierarchy"/>
    <dgm:cxn modelId="{01A4374D-C311-4502-8720-70AA3198C77C}" type="presParOf" srcId="{25967A35-4A99-469C-87AE-96C6A4AFB95D}" destId="{EDAD37C9-5D0C-4B15-BC7D-FAFAC325D4A0}" srcOrd="0" destOrd="0" presId="urn:microsoft.com/office/officeart/2009/layout/CirclePictureHierarchy"/>
    <dgm:cxn modelId="{CFBD857B-0403-4D56-8202-6DC417AC2EA6}" type="presParOf" srcId="{25967A35-4A99-469C-87AE-96C6A4AFB95D}" destId="{26F8375C-24BA-430E-8836-FF3FC49B9CF3}" srcOrd="1" destOrd="0" presId="urn:microsoft.com/office/officeart/2009/layout/CirclePictureHierarchy"/>
    <dgm:cxn modelId="{AD1EAD8B-3213-4B6A-92E7-D8A437197E03}" type="presParOf" srcId="{5B8D9601-80C8-4874-AA6D-3541B47C5B88}" destId="{3F9B422C-2BB9-457A-988C-0D4BB8DFC690}" srcOrd="1" destOrd="0" presId="urn:microsoft.com/office/officeart/2009/layout/CirclePictureHierarchy"/>
    <dgm:cxn modelId="{D4305753-BEEA-4221-BC9B-80FB33B95856}" type="presParOf" srcId="{3F9B422C-2BB9-457A-988C-0D4BB8DFC690}" destId="{D7976026-E9B7-422E-B6F2-7B78753091A5}" srcOrd="0" destOrd="0" presId="urn:microsoft.com/office/officeart/2009/layout/CirclePictureHierarchy"/>
    <dgm:cxn modelId="{90FE966A-A829-41CD-8402-5422BE287804}" type="presParOf" srcId="{3F9B422C-2BB9-457A-988C-0D4BB8DFC690}" destId="{072C779E-CA52-4A79-A27E-BE8B73DA9DC1}" srcOrd="1" destOrd="0" presId="urn:microsoft.com/office/officeart/2009/layout/CirclePictureHierarchy"/>
    <dgm:cxn modelId="{68D33B9C-74F8-44C9-9510-7A8D4EA38A01}" type="presParOf" srcId="{072C779E-CA52-4A79-A27E-BE8B73DA9DC1}" destId="{A61C5250-A331-4D79-898A-B9AF408F6A80}" srcOrd="0" destOrd="0" presId="urn:microsoft.com/office/officeart/2009/layout/CirclePictureHierarchy"/>
    <dgm:cxn modelId="{850DFEF4-4759-402B-91A1-FD43AEEED532}" type="presParOf" srcId="{A61C5250-A331-4D79-898A-B9AF408F6A80}" destId="{0A479D3B-81DB-4505-BFDA-7DA1F3F0F858}" srcOrd="0" destOrd="0" presId="urn:microsoft.com/office/officeart/2009/layout/CirclePictureHierarchy"/>
    <dgm:cxn modelId="{B7385C85-9D89-42B4-BBEE-533818879889}" type="presParOf" srcId="{A61C5250-A331-4D79-898A-B9AF408F6A80}" destId="{3CBC5A59-2E11-4B9A-BC61-F68B366676B0}" srcOrd="1" destOrd="0" presId="urn:microsoft.com/office/officeart/2009/layout/CirclePictureHierarchy"/>
    <dgm:cxn modelId="{87C97D0D-2F3A-4713-B764-7BD0024FD14E}" type="presParOf" srcId="{072C779E-CA52-4A79-A27E-BE8B73DA9DC1}" destId="{53859EC6-5702-46A0-8D0A-B665450343D5}" srcOrd="1" destOrd="0" presId="urn:microsoft.com/office/officeart/2009/layout/CirclePicture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34A14EB4-93E6-4516-91F3-160E564CAF36}" type="doc">
      <dgm:prSet loTypeId="urn:microsoft.com/office/officeart/2005/8/layout/vList5" loCatId="list" qsTypeId="urn:microsoft.com/office/officeart/2005/8/quickstyle/simple1#12" qsCatId="simple" csTypeId="urn:microsoft.com/office/officeart/2005/8/colors/accent1_2#12" csCatId="accent1" phldr="1"/>
      <dgm:spPr/>
      <dgm:t>
        <a:bodyPr/>
        <a:lstStyle/>
        <a:p>
          <a:endParaRPr lang="en-US"/>
        </a:p>
      </dgm:t>
    </dgm:pt>
    <dgm:pt modelId="{319A54B9-6C0A-4E99-8838-FED2C0F14548}">
      <dgm:prSet/>
      <dgm:spPr/>
      <dgm:t>
        <a:bodyPr/>
        <a:lstStyle/>
        <a:p>
          <a:r>
            <a:rPr lang="en-US" dirty="0"/>
            <a:t>Data Storage</a:t>
          </a:r>
        </a:p>
      </dgm:t>
    </dgm:pt>
    <dgm:pt modelId="{EF1E7E53-5844-4BDE-83CF-63A7139E9326}" type="parTrans" cxnId="{80B54715-DDC4-42A0-B8CB-860AB8ED5F0D}">
      <dgm:prSet/>
      <dgm:spPr/>
      <dgm:t>
        <a:bodyPr/>
        <a:lstStyle/>
        <a:p>
          <a:endParaRPr lang="en-US"/>
        </a:p>
      </dgm:t>
    </dgm:pt>
    <dgm:pt modelId="{6F17D871-C876-4032-A596-132F984CDD3A}" type="sibTrans" cxnId="{80B54715-DDC4-42A0-B8CB-860AB8ED5F0D}">
      <dgm:prSet/>
      <dgm:spPr/>
      <dgm:t>
        <a:bodyPr/>
        <a:lstStyle/>
        <a:p>
          <a:endParaRPr lang="en-US"/>
        </a:p>
      </dgm:t>
    </dgm:pt>
    <dgm:pt modelId="{B1CA5D41-6247-4651-99E7-D7EB93E02142}" type="pres">
      <dgm:prSet presAssocID="{34A14EB4-93E6-4516-91F3-160E564CAF36}" presName="Name0" presStyleCnt="0">
        <dgm:presLayoutVars>
          <dgm:dir/>
          <dgm:animLvl val="lvl"/>
          <dgm:resizeHandles val="exact"/>
        </dgm:presLayoutVars>
      </dgm:prSet>
      <dgm:spPr/>
    </dgm:pt>
    <dgm:pt modelId="{B2117086-9608-405E-8880-8C33B7916C2F}" type="pres">
      <dgm:prSet presAssocID="{319A54B9-6C0A-4E99-8838-FED2C0F14548}" presName="linNode" presStyleCnt="0"/>
      <dgm:spPr/>
    </dgm:pt>
    <dgm:pt modelId="{06F02AD4-A350-4944-8574-AC22D1435DC4}" type="pres">
      <dgm:prSet presAssocID="{319A54B9-6C0A-4E99-8838-FED2C0F14548}" presName="parentText" presStyleLbl="node1" presStyleIdx="0" presStyleCnt="1" custScaleX="277778" custLinFactX="96236" custLinFactY="-200000" custLinFactNeighborX="100000" custLinFactNeighborY="-229995">
        <dgm:presLayoutVars>
          <dgm:chMax val="1"/>
          <dgm:bulletEnabled val="1"/>
        </dgm:presLayoutVars>
      </dgm:prSet>
      <dgm:spPr/>
    </dgm:pt>
  </dgm:ptLst>
  <dgm:cxnLst>
    <dgm:cxn modelId="{80B54715-DDC4-42A0-B8CB-860AB8ED5F0D}" srcId="{34A14EB4-93E6-4516-91F3-160E564CAF36}" destId="{319A54B9-6C0A-4E99-8838-FED2C0F14548}" srcOrd="0" destOrd="0" parTransId="{EF1E7E53-5844-4BDE-83CF-63A7139E9326}" sibTransId="{6F17D871-C876-4032-A596-132F984CDD3A}"/>
    <dgm:cxn modelId="{226CD080-0D9B-4BB2-AB7A-C8125E7B56AF}" type="presOf" srcId="{319A54B9-6C0A-4E99-8838-FED2C0F14548}" destId="{06F02AD4-A350-4944-8574-AC22D1435DC4}" srcOrd="0" destOrd="0" presId="urn:microsoft.com/office/officeart/2005/8/layout/vList5"/>
    <dgm:cxn modelId="{FD69A8EC-D37E-450F-B06A-C679538218D5}" type="presOf" srcId="{34A14EB4-93E6-4516-91F3-160E564CAF36}" destId="{B1CA5D41-6247-4651-99E7-D7EB93E02142}" srcOrd="0" destOrd="0" presId="urn:microsoft.com/office/officeart/2005/8/layout/vList5"/>
    <dgm:cxn modelId="{2060672F-6CC6-4D92-95D5-64CE7101F489}" type="presParOf" srcId="{B1CA5D41-6247-4651-99E7-D7EB93E02142}" destId="{B2117086-9608-405E-8880-8C33B7916C2F}" srcOrd="0" destOrd="0" presId="urn:microsoft.com/office/officeart/2005/8/layout/vList5"/>
    <dgm:cxn modelId="{63927659-68DA-41FC-AEB9-CA705AFBB448}" type="presParOf" srcId="{B2117086-9608-405E-8880-8C33B7916C2F}" destId="{06F02AD4-A350-4944-8574-AC22D1435DC4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CD3CE226-691B-48D1-8339-9A75C1D4768D}" type="doc">
      <dgm:prSet loTypeId="urn:microsoft.com/office/officeart/2005/8/layout/vList5" loCatId="list" qsTypeId="urn:microsoft.com/office/officeart/2005/8/quickstyle/simple1#13" qsCatId="simple" csTypeId="urn:microsoft.com/office/officeart/2005/8/colors/accent1_2#13" csCatId="accent1" phldr="1"/>
      <dgm:spPr/>
      <dgm:t>
        <a:bodyPr/>
        <a:lstStyle/>
        <a:p>
          <a:endParaRPr lang="en-US"/>
        </a:p>
      </dgm:t>
    </dgm:pt>
    <dgm:pt modelId="{3929BC40-B3E1-4D15-9165-A307581D54D0}">
      <dgm:prSet/>
      <dgm:spPr/>
      <dgm:t>
        <a:bodyPr/>
        <a:lstStyle/>
        <a:p>
          <a:pPr algn="l" rtl="1"/>
          <a:r>
            <a:rPr lang="en-US" dirty="0"/>
            <a:t>A Real-World Hardware Challenge: SPI Bus Conflict</a:t>
          </a:r>
        </a:p>
      </dgm:t>
    </dgm:pt>
    <dgm:pt modelId="{377C63E8-E272-4ED7-B476-8C20101D1A21}" type="parTrans" cxnId="{5166F138-4DB0-4619-B3BA-D0F3F21D803C}">
      <dgm:prSet/>
      <dgm:spPr/>
      <dgm:t>
        <a:bodyPr/>
        <a:lstStyle/>
        <a:p>
          <a:endParaRPr lang="en-US"/>
        </a:p>
      </dgm:t>
    </dgm:pt>
    <dgm:pt modelId="{2D15D332-F607-41AB-B06C-5842EAB9C738}" type="sibTrans" cxnId="{5166F138-4DB0-4619-B3BA-D0F3F21D803C}">
      <dgm:prSet/>
      <dgm:spPr/>
      <dgm:t>
        <a:bodyPr/>
        <a:lstStyle/>
        <a:p>
          <a:endParaRPr lang="en-US"/>
        </a:p>
      </dgm:t>
    </dgm:pt>
    <dgm:pt modelId="{14124017-23BC-4E96-AAED-C3F4AB20C952}" type="pres">
      <dgm:prSet presAssocID="{CD3CE226-691B-48D1-8339-9A75C1D4768D}" presName="Name0" presStyleCnt="0">
        <dgm:presLayoutVars>
          <dgm:dir/>
          <dgm:animLvl val="lvl"/>
          <dgm:resizeHandles val="exact"/>
        </dgm:presLayoutVars>
      </dgm:prSet>
      <dgm:spPr/>
    </dgm:pt>
    <dgm:pt modelId="{05FFA9F5-8EB6-47D3-BA48-37F7F1D7B173}" type="pres">
      <dgm:prSet presAssocID="{3929BC40-B3E1-4D15-9165-A307581D54D0}" presName="linNode" presStyleCnt="0"/>
      <dgm:spPr/>
    </dgm:pt>
    <dgm:pt modelId="{60D21DF6-169A-4210-9368-6E7D722CF494}" type="pres">
      <dgm:prSet presAssocID="{3929BC40-B3E1-4D15-9165-A307581D54D0}" presName="parentText" presStyleLbl="node1" presStyleIdx="0" presStyleCnt="1" custScaleX="228124" custLinFactX="200000" custLinFactY="-78571" custLinFactNeighborX="206356" custLinFactNeighborY="-100000">
        <dgm:presLayoutVars>
          <dgm:chMax val="1"/>
          <dgm:bulletEnabled val="1"/>
        </dgm:presLayoutVars>
      </dgm:prSet>
      <dgm:spPr/>
    </dgm:pt>
  </dgm:ptLst>
  <dgm:cxnLst>
    <dgm:cxn modelId="{5C275D0D-A19A-4530-8025-D157FCFE6277}" type="presOf" srcId="{CD3CE226-691B-48D1-8339-9A75C1D4768D}" destId="{14124017-23BC-4E96-AAED-C3F4AB20C952}" srcOrd="0" destOrd="0" presId="urn:microsoft.com/office/officeart/2005/8/layout/vList5"/>
    <dgm:cxn modelId="{5166F138-4DB0-4619-B3BA-D0F3F21D803C}" srcId="{CD3CE226-691B-48D1-8339-9A75C1D4768D}" destId="{3929BC40-B3E1-4D15-9165-A307581D54D0}" srcOrd="0" destOrd="0" parTransId="{377C63E8-E272-4ED7-B476-8C20101D1A21}" sibTransId="{2D15D332-F607-41AB-B06C-5842EAB9C738}"/>
    <dgm:cxn modelId="{B4D348F8-2293-4FE4-9036-CB27FEC9BD5C}" type="presOf" srcId="{3929BC40-B3E1-4D15-9165-A307581D54D0}" destId="{60D21DF6-169A-4210-9368-6E7D722CF494}" srcOrd="0" destOrd="0" presId="urn:microsoft.com/office/officeart/2005/8/layout/vList5"/>
    <dgm:cxn modelId="{5A80C1CB-85DC-4539-926C-7639D12C722B}" type="presParOf" srcId="{14124017-23BC-4E96-AAED-C3F4AB20C952}" destId="{05FFA9F5-8EB6-47D3-BA48-37F7F1D7B173}" srcOrd="0" destOrd="0" presId="urn:microsoft.com/office/officeart/2005/8/layout/vList5"/>
    <dgm:cxn modelId="{95E6B622-1020-4410-A846-84D52A7F140D}" type="presParOf" srcId="{05FFA9F5-8EB6-47D3-BA48-37F7F1D7B173}" destId="{60D21DF6-169A-4210-9368-6E7D722CF494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F69C6ADB-7A67-4BAA-9138-D8D6F7A63060}" type="doc">
      <dgm:prSet loTypeId="urn:microsoft.com/office/officeart/2005/8/layout/vList4" loCatId="picture" qsTypeId="urn:microsoft.com/office/officeart/2005/8/quickstyle/simple1#14" qsCatId="simple" csTypeId="urn:microsoft.com/office/officeart/2005/8/colors/accent1_2#14" csCatId="accent1" phldr="1"/>
      <dgm:spPr/>
      <dgm:t>
        <a:bodyPr/>
        <a:lstStyle/>
        <a:p>
          <a:endParaRPr lang="en-US"/>
        </a:p>
      </dgm:t>
    </dgm:pt>
    <dgm:pt modelId="{21F7A78B-9512-4E8B-881F-1CFD232DD737}">
      <dgm:prSet phldrT="[Text]"/>
      <dgm:spPr/>
      <dgm:t>
        <a:bodyPr/>
        <a:lstStyle/>
        <a:p>
          <a:pPr algn="l" rtl="1">
            <a:buNone/>
          </a:pPr>
          <a:r>
            <a:rPr lang="en-US" dirty="0"/>
            <a:t>Initially, an SD card module featuring an </a:t>
          </a:r>
          <a:r>
            <a:rPr lang="en-US" dirty="0" err="1"/>
            <a:t>AMS1117</a:t>
          </a:r>
          <a:r>
            <a:rPr lang="en-US" dirty="0"/>
            <a:t> voltage regulator and a </a:t>
          </a:r>
          <a:r>
            <a:rPr lang="en-US" dirty="0" err="1"/>
            <a:t>74HC125</a:t>
          </a:r>
          <a:r>
            <a:rPr lang="en-US" dirty="0"/>
            <a:t> logic buffer was used. After connecting this module, communication with the </a:t>
          </a:r>
          <a:r>
            <a:rPr lang="en-US" dirty="0" err="1"/>
            <a:t>MFRC522</a:t>
          </a:r>
          <a:r>
            <a:rPr lang="en-US" dirty="0"/>
            <a:t> RFID reader became unstable, resulting in invalid values such as </a:t>
          </a:r>
          <a:r>
            <a:rPr lang="en-US" dirty="0" err="1"/>
            <a:t>0xFF</a:t>
          </a:r>
          <a:r>
            <a:rPr lang="en-US" dirty="0"/>
            <a:t>.</a:t>
          </a:r>
        </a:p>
      </dgm:t>
    </dgm:pt>
    <dgm:pt modelId="{FCE883B2-36D4-43C3-B553-C3AD7C9F9675}" type="parTrans" cxnId="{16F6A31A-3FD1-47F6-B436-9F57F10E7785}">
      <dgm:prSet/>
      <dgm:spPr/>
      <dgm:t>
        <a:bodyPr/>
        <a:lstStyle/>
        <a:p>
          <a:endParaRPr lang="en-US"/>
        </a:p>
      </dgm:t>
    </dgm:pt>
    <dgm:pt modelId="{388A97EA-5339-4202-928A-685F732E8DE7}" type="sibTrans" cxnId="{16F6A31A-3FD1-47F6-B436-9F57F10E7785}">
      <dgm:prSet/>
      <dgm:spPr/>
      <dgm:t>
        <a:bodyPr/>
        <a:lstStyle/>
        <a:p>
          <a:endParaRPr lang="en-US"/>
        </a:p>
      </dgm:t>
    </dgm:pt>
    <dgm:pt modelId="{4ABC7056-B0B7-4B35-8497-A2D5999F6E38}">
      <dgm:prSet phldrT="[Text]"/>
      <dgm:spPr/>
      <dgm:t>
        <a:bodyPr/>
        <a:lstStyle/>
        <a:p>
          <a:pPr algn="l" rtl="1">
            <a:buNone/>
          </a:pPr>
          <a:r>
            <a:rPr lang="en-US" dirty="0"/>
            <a:t>Disconnecting the SD module’s MISO line revealed that the issue was caused by interference on the SPI bus.</a:t>
          </a:r>
        </a:p>
      </dgm:t>
    </dgm:pt>
    <dgm:pt modelId="{83D122B2-A091-4F33-A749-735D52ADF990}" type="parTrans" cxnId="{55B81351-16EB-4EC6-973E-B33AE7F806E5}">
      <dgm:prSet/>
      <dgm:spPr/>
      <dgm:t>
        <a:bodyPr/>
        <a:lstStyle/>
        <a:p>
          <a:endParaRPr lang="en-US"/>
        </a:p>
      </dgm:t>
    </dgm:pt>
    <dgm:pt modelId="{8E9BBB2D-0916-4A0D-B107-9DED48CDECC9}" type="sibTrans" cxnId="{55B81351-16EB-4EC6-973E-B33AE7F806E5}">
      <dgm:prSet/>
      <dgm:spPr/>
      <dgm:t>
        <a:bodyPr/>
        <a:lstStyle/>
        <a:p>
          <a:endParaRPr lang="en-US"/>
        </a:p>
      </dgm:t>
    </dgm:pt>
    <dgm:pt modelId="{38B9E538-DCB1-42C0-A75B-AED9A7261D5D}">
      <dgm:prSet phldrT="[Text]"/>
      <dgm:spPr/>
      <dgm:t>
        <a:bodyPr/>
        <a:lstStyle/>
        <a:p>
          <a:pPr algn="l" rtl="1">
            <a:buNone/>
          </a:pPr>
          <a:r>
            <a:rPr lang="en-US" dirty="0"/>
            <a:t>To resolve the issue, a </a:t>
          </a:r>
          <a:r>
            <a:rPr lang="en-US" dirty="0" err="1"/>
            <a:t>3.3V</a:t>
          </a:r>
          <a:r>
            <a:rPr lang="en-US" dirty="0"/>
            <a:t> logic-level microSD module was used, and separate CS (Chip Select) pins for the RFID and SD modules were managed in the firmware.</a:t>
          </a:r>
        </a:p>
      </dgm:t>
    </dgm:pt>
    <dgm:pt modelId="{B6CF7967-986F-4CB0-A1C8-271E07DD975F}" type="parTrans" cxnId="{989EDA49-63E2-4F97-880B-E7B40D3ECB91}">
      <dgm:prSet/>
      <dgm:spPr/>
      <dgm:t>
        <a:bodyPr/>
        <a:lstStyle/>
        <a:p>
          <a:endParaRPr lang="en-US"/>
        </a:p>
      </dgm:t>
    </dgm:pt>
    <dgm:pt modelId="{AC651124-1406-45A7-A15E-065C95B5DD56}" type="sibTrans" cxnId="{989EDA49-63E2-4F97-880B-E7B40D3ECB91}">
      <dgm:prSet/>
      <dgm:spPr/>
      <dgm:t>
        <a:bodyPr/>
        <a:lstStyle/>
        <a:p>
          <a:endParaRPr lang="en-US"/>
        </a:p>
      </dgm:t>
    </dgm:pt>
    <dgm:pt modelId="{AEF9F6E3-0D11-414B-A0FD-96D95D3E4DD1}" type="pres">
      <dgm:prSet presAssocID="{F69C6ADB-7A67-4BAA-9138-D8D6F7A63060}" presName="linear" presStyleCnt="0">
        <dgm:presLayoutVars>
          <dgm:dir/>
          <dgm:resizeHandles val="exact"/>
        </dgm:presLayoutVars>
      </dgm:prSet>
      <dgm:spPr/>
    </dgm:pt>
    <dgm:pt modelId="{B0623D4D-C1D9-4D4F-829B-BC6CFCDAF74C}" type="pres">
      <dgm:prSet presAssocID="{21F7A78B-9512-4E8B-881F-1CFD232DD737}" presName="comp" presStyleCnt="0"/>
      <dgm:spPr/>
    </dgm:pt>
    <dgm:pt modelId="{D2B15343-83AD-468D-8D41-2CD0EE69E213}" type="pres">
      <dgm:prSet presAssocID="{21F7A78B-9512-4E8B-881F-1CFD232DD737}" presName="box" presStyleLbl="node1" presStyleIdx="0" presStyleCnt="3" custScaleX="99401" custScaleY="106073"/>
      <dgm:spPr/>
    </dgm:pt>
    <dgm:pt modelId="{601BC3BE-22DC-4C23-94D0-BD2C82F20ADC}" type="pres">
      <dgm:prSet presAssocID="{21F7A78B-9512-4E8B-881F-1CFD232DD737}" presName="img" presStyleLbl="fgImgPlace1" presStyleIdx="0" presStyleCnt="3"/>
      <dgm:spPr>
        <a:blipFill>
          <a:blip xmlns:r="http://schemas.openxmlformats.org/officeDocument/2006/relationships" r:embed="rId1"/>
          <a:srcRect/>
          <a:stretch>
            <a:fillRect t="-10000" b="-10000"/>
          </a:stretch>
        </a:blipFill>
      </dgm:spPr>
    </dgm:pt>
    <dgm:pt modelId="{D1415C5E-E380-4EEB-8A62-3C0941F7C55C}" type="pres">
      <dgm:prSet presAssocID="{21F7A78B-9512-4E8B-881F-1CFD232DD737}" presName="text" presStyleLbl="node1" presStyleIdx="0" presStyleCnt="3">
        <dgm:presLayoutVars>
          <dgm:bulletEnabled val="1"/>
        </dgm:presLayoutVars>
      </dgm:prSet>
      <dgm:spPr/>
    </dgm:pt>
    <dgm:pt modelId="{79152E7E-707A-44CC-9ED7-5D596FD39DE1}" type="pres">
      <dgm:prSet presAssocID="{388A97EA-5339-4202-928A-685F732E8DE7}" presName="spacer" presStyleCnt="0"/>
      <dgm:spPr/>
    </dgm:pt>
    <dgm:pt modelId="{5E71BF4F-5984-4363-968E-279B07817659}" type="pres">
      <dgm:prSet presAssocID="{4ABC7056-B0B7-4B35-8497-A2D5999F6E38}" presName="comp" presStyleCnt="0"/>
      <dgm:spPr/>
    </dgm:pt>
    <dgm:pt modelId="{40A4BC82-5785-4952-AD20-3DE1904CD4F8}" type="pres">
      <dgm:prSet presAssocID="{4ABC7056-B0B7-4B35-8497-A2D5999F6E38}" presName="box" presStyleLbl="node1" presStyleIdx="1" presStyleCnt="3"/>
      <dgm:spPr/>
    </dgm:pt>
    <dgm:pt modelId="{DBA58094-325A-4780-BA0A-1CDD26646C82}" type="pres">
      <dgm:prSet presAssocID="{4ABC7056-B0B7-4B35-8497-A2D5999F6E38}" presName="img" presStyleLbl="fgImgPlace1" presStyleIdx="1" presStyleCnt="3"/>
      <dgm:spPr>
        <a:blipFill>
          <a:blip xmlns:r="http://schemas.openxmlformats.org/officeDocument/2006/relationships" r:embed="rId2"/>
          <a:srcRect/>
          <a:stretch>
            <a:fillRect l="-24000" r="-24000"/>
          </a:stretch>
        </a:blipFill>
      </dgm:spPr>
    </dgm:pt>
    <dgm:pt modelId="{43DC4F68-2B96-4B85-846A-F2941EA0B2F0}" type="pres">
      <dgm:prSet presAssocID="{4ABC7056-B0B7-4B35-8497-A2D5999F6E38}" presName="text" presStyleLbl="node1" presStyleIdx="1" presStyleCnt="3">
        <dgm:presLayoutVars>
          <dgm:bulletEnabled val="1"/>
        </dgm:presLayoutVars>
      </dgm:prSet>
      <dgm:spPr/>
    </dgm:pt>
    <dgm:pt modelId="{EEFC9968-BCB9-4598-9A89-A49DBBAF57D1}" type="pres">
      <dgm:prSet presAssocID="{8E9BBB2D-0916-4A0D-B107-9DED48CDECC9}" presName="spacer" presStyleCnt="0"/>
      <dgm:spPr/>
    </dgm:pt>
    <dgm:pt modelId="{A9788245-8AD5-4DB7-8ACA-4C0393E3A1F6}" type="pres">
      <dgm:prSet presAssocID="{38B9E538-DCB1-42C0-A75B-AED9A7261D5D}" presName="comp" presStyleCnt="0"/>
      <dgm:spPr/>
    </dgm:pt>
    <dgm:pt modelId="{9879D8B7-59AA-4BB7-BA89-9D91226A548F}" type="pres">
      <dgm:prSet presAssocID="{38B9E538-DCB1-42C0-A75B-AED9A7261D5D}" presName="box" presStyleLbl="node1" presStyleIdx="2" presStyleCnt="3"/>
      <dgm:spPr/>
    </dgm:pt>
    <dgm:pt modelId="{3E10D012-C139-4291-BD01-A11DECD4AD18}" type="pres">
      <dgm:prSet presAssocID="{38B9E538-DCB1-42C0-A75B-AED9A7261D5D}" presName="img" presStyleLbl="fgImgPlace1" presStyleIdx="2" presStyleCnt="3"/>
      <dgm:spPr>
        <a:blipFill>
          <a:blip xmlns:r="http://schemas.openxmlformats.org/officeDocument/2006/relationships" r:embed="rId3"/>
          <a:srcRect/>
          <a:stretch>
            <a:fillRect t="-29000" b="-29000"/>
          </a:stretch>
        </a:blipFill>
      </dgm:spPr>
    </dgm:pt>
    <dgm:pt modelId="{61E57872-3694-4314-9EA8-B88248F83056}" type="pres">
      <dgm:prSet presAssocID="{38B9E538-DCB1-42C0-A75B-AED9A7261D5D}" presName="text" presStyleLbl="node1" presStyleIdx="2" presStyleCnt="3">
        <dgm:presLayoutVars>
          <dgm:bulletEnabled val="1"/>
        </dgm:presLayoutVars>
      </dgm:prSet>
      <dgm:spPr/>
    </dgm:pt>
  </dgm:ptLst>
  <dgm:cxnLst>
    <dgm:cxn modelId="{62055209-8F51-4A08-863B-BA86CA3E9AA7}" type="presOf" srcId="{38B9E538-DCB1-42C0-A75B-AED9A7261D5D}" destId="{61E57872-3694-4314-9EA8-B88248F83056}" srcOrd="1" destOrd="0" presId="urn:microsoft.com/office/officeart/2005/8/layout/vList4"/>
    <dgm:cxn modelId="{16F6A31A-3FD1-47F6-B436-9F57F10E7785}" srcId="{F69C6ADB-7A67-4BAA-9138-D8D6F7A63060}" destId="{21F7A78B-9512-4E8B-881F-1CFD232DD737}" srcOrd="0" destOrd="0" parTransId="{FCE883B2-36D4-43C3-B553-C3AD7C9F9675}" sibTransId="{388A97EA-5339-4202-928A-685F732E8DE7}"/>
    <dgm:cxn modelId="{D43AD026-970F-48C6-9D26-3BC2470B4E03}" type="presOf" srcId="{38B9E538-DCB1-42C0-A75B-AED9A7261D5D}" destId="{9879D8B7-59AA-4BB7-BA89-9D91226A548F}" srcOrd="0" destOrd="0" presId="urn:microsoft.com/office/officeart/2005/8/layout/vList4"/>
    <dgm:cxn modelId="{F926913A-07D0-4ACD-A6CE-904D210A9312}" type="presOf" srcId="{21F7A78B-9512-4E8B-881F-1CFD232DD737}" destId="{D2B15343-83AD-468D-8D41-2CD0EE69E213}" srcOrd="0" destOrd="0" presId="urn:microsoft.com/office/officeart/2005/8/layout/vList4"/>
    <dgm:cxn modelId="{D4E59764-D912-4530-B54E-207DA90F732E}" type="presOf" srcId="{21F7A78B-9512-4E8B-881F-1CFD232DD737}" destId="{D1415C5E-E380-4EEB-8A62-3C0941F7C55C}" srcOrd="1" destOrd="0" presId="urn:microsoft.com/office/officeart/2005/8/layout/vList4"/>
    <dgm:cxn modelId="{989EDA49-63E2-4F97-880B-E7B40D3ECB91}" srcId="{F69C6ADB-7A67-4BAA-9138-D8D6F7A63060}" destId="{38B9E538-DCB1-42C0-A75B-AED9A7261D5D}" srcOrd="2" destOrd="0" parTransId="{B6CF7967-986F-4CB0-A1C8-271E07DD975F}" sibTransId="{AC651124-1406-45A7-A15E-065C95B5DD56}"/>
    <dgm:cxn modelId="{E38C784B-948A-4802-8A1E-036E1737723A}" type="presOf" srcId="{F69C6ADB-7A67-4BAA-9138-D8D6F7A63060}" destId="{AEF9F6E3-0D11-414B-A0FD-96D95D3E4DD1}" srcOrd="0" destOrd="0" presId="urn:microsoft.com/office/officeart/2005/8/layout/vList4"/>
    <dgm:cxn modelId="{CC95A350-7027-425E-A786-9BD3516FCAEB}" type="presOf" srcId="{4ABC7056-B0B7-4B35-8497-A2D5999F6E38}" destId="{40A4BC82-5785-4952-AD20-3DE1904CD4F8}" srcOrd="0" destOrd="0" presId="urn:microsoft.com/office/officeart/2005/8/layout/vList4"/>
    <dgm:cxn modelId="{55B81351-16EB-4EC6-973E-B33AE7F806E5}" srcId="{F69C6ADB-7A67-4BAA-9138-D8D6F7A63060}" destId="{4ABC7056-B0B7-4B35-8497-A2D5999F6E38}" srcOrd="1" destOrd="0" parTransId="{83D122B2-A091-4F33-A749-735D52ADF990}" sibTransId="{8E9BBB2D-0916-4A0D-B107-9DED48CDECC9}"/>
    <dgm:cxn modelId="{A10D46F0-08CB-484F-B625-FA94EC541EEB}" type="presOf" srcId="{4ABC7056-B0B7-4B35-8497-A2D5999F6E38}" destId="{43DC4F68-2B96-4B85-846A-F2941EA0B2F0}" srcOrd="1" destOrd="0" presId="urn:microsoft.com/office/officeart/2005/8/layout/vList4"/>
    <dgm:cxn modelId="{818D5238-037D-4222-9BA0-4E78A0489D96}" type="presParOf" srcId="{AEF9F6E3-0D11-414B-A0FD-96D95D3E4DD1}" destId="{B0623D4D-C1D9-4D4F-829B-BC6CFCDAF74C}" srcOrd="0" destOrd="0" presId="urn:microsoft.com/office/officeart/2005/8/layout/vList4"/>
    <dgm:cxn modelId="{46251A5C-DE16-453A-BC55-5833F1CBD0DA}" type="presParOf" srcId="{B0623D4D-C1D9-4D4F-829B-BC6CFCDAF74C}" destId="{D2B15343-83AD-468D-8D41-2CD0EE69E213}" srcOrd="0" destOrd="0" presId="urn:microsoft.com/office/officeart/2005/8/layout/vList4"/>
    <dgm:cxn modelId="{AD31D4DC-B81B-440A-B3F1-4C2EB9EAB829}" type="presParOf" srcId="{B0623D4D-C1D9-4D4F-829B-BC6CFCDAF74C}" destId="{601BC3BE-22DC-4C23-94D0-BD2C82F20ADC}" srcOrd="1" destOrd="0" presId="urn:microsoft.com/office/officeart/2005/8/layout/vList4"/>
    <dgm:cxn modelId="{ACC6B166-277B-4262-9402-1F49936113C1}" type="presParOf" srcId="{B0623D4D-C1D9-4D4F-829B-BC6CFCDAF74C}" destId="{D1415C5E-E380-4EEB-8A62-3C0941F7C55C}" srcOrd="2" destOrd="0" presId="urn:microsoft.com/office/officeart/2005/8/layout/vList4"/>
    <dgm:cxn modelId="{CEC576CF-0BE0-4F58-A277-ABFEDC80BAE8}" type="presParOf" srcId="{AEF9F6E3-0D11-414B-A0FD-96D95D3E4DD1}" destId="{79152E7E-707A-44CC-9ED7-5D596FD39DE1}" srcOrd="1" destOrd="0" presId="urn:microsoft.com/office/officeart/2005/8/layout/vList4"/>
    <dgm:cxn modelId="{B77E48AA-9F0F-4511-A48C-97A3AD8B817F}" type="presParOf" srcId="{AEF9F6E3-0D11-414B-A0FD-96D95D3E4DD1}" destId="{5E71BF4F-5984-4363-968E-279B07817659}" srcOrd="2" destOrd="0" presId="urn:microsoft.com/office/officeart/2005/8/layout/vList4"/>
    <dgm:cxn modelId="{5B09133E-C286-44EB-940D-5B999FB5B09A}" type="presParOf" srcId="{5E71BF4F-5984-4363-968E-279B07817659}" destId="{40A4BC82-5785-4952-AD20-3DE1904CD4F8}" srcOrd="0" destOrd="0" presId="urn:microsoft.com/office/officeart/2005/8/layout/vList4"/>
    <dgm:cxn modelId="{97E0ADCC-4048-41FB-BAAA-3649A65137A2}" type="presParOf" srcId="{5E71BF4F-5984-4363-968E-279B07817659}" destId="{DBA58094-325A-4780-BA0A-1CDD26646C82}" srcOrd="1" destOrd="0" presId="urn:microsoft.com/office/officeart/2005/8/layout/vList4"/>
    <dgm:cxn modelId="{7104B5DB-D6C8-4CF2-A4C5-68DF5FCD8C88}" type="presParOf" srcId="{5E71BF4F-5984-4363-968E-279B07817659}" destId="{43DC4F68-2B96-4B85-846A-F2941EA0B2F0}" srcOrd="2" destOrd="0" presId="urn:microsoft.com/office/officeart/2005/8/layout/vList4"/>
    <dgm:cxn modelId="{726620D3-292C-42BD-A552-4269A13CF940}" type="presParOf" srcId="{AEF9F6E3-0D11-414B-A0FD-96D95D3E4DD1}" destId="{EEFC9968-BCB9-4598-9A89-A49DBBAF57D1}" srcOrd="3" destOrd="0" presId="urn:microsoft.com/office/officeart/2005/8/layout/vList4"/>
    <dgm:cxn modelId="{373E457F-5338-41FA-B2EA-B57CA1183C5A}" type="presParOf" srcId="{AEF9F6E3-0D11-414B-A0FD-96D95D3E4DD1}" destId="{A9788245-8AD5-4DB7-8ACA-4C0393E3A1F6}" srcOrd="4" destOrd="0" presId="urn:microsoft.com/office/officeart/2005/8/layout/vList4"/>
    <dgm:cxn modelId="{9529367E-EF68-4830-9F92-F0A54EAD83CC}" type="presParOf" srcId="{A9788245-8AD5-4DB7-8ACA-4C0393E3A1F6}" destId="{9879D8B7-59AA-4BB7-BA89-9D91226A548F}" srcOrd="0" destOrd="0" presId="urn:microsoft.com/office/officeart/2005/8/layout/vList4"/>
    <dgm:cxn modelId="{F2139A43-F107-454A-B381-F7E69206E1C3}" type="presParOf" srcId="{A9788245-8AD5-4DB7-8ACA-4C0393E3A1F6}" destId="{3E10D012-C139-4291-BD01-A11DECD4AD18}" srcOrd="1" destOrd="0" presId="urn:microsoft.com/office/officeart/2005/8/layout/vList4"/>
    <dgm:cxn modelId="{D1D2F516-E999-4B96-B881-B61917E4999A}" type="presParOf" srcId="{A9788245-8AD5-4DB7-8ACA-4C0393E3A1F6}" destId="{61E57872-3694-4314-9EA8-B88248F83056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E6EE0C68-13A8-4D0F-9D96-B45465EA067E}" type="doc">
      <dgm:prSet loTypeId="urn:microsoft.com/office/officeart/2005/8/layout/process2" loCatId="process" qsTypeId="urn:microsoft.com/office/officeart/2005/8/quickstyle/simple1#15" qsCatId="simple" csTypeId="urn:microsoft.com/office/officeart/2005/8/colors/accent1_2#15" csCatId="accent1" phldr="1"/>
      <dgm:spPr/>
    </dgm:pt>
    <dgm:pt modelId="{CCAA82F7-EBBD-4AA5-BBAF-CF90C6E8820A}">
      <dgm:prSet phldrT="[Text]"/>
      <dgm:spPr/>
      <dgm:t>
        <a:bodyPr/>
        <a:lstStyle/>
        <a:p>
          <a:pPr>
            <a:buNone/>
          </a:pPr>
          <a:r>
            <a:rPr lang="en-US" dirty="0" err="1"/>
            <a:t>ESP32</a:t>
          </a:r>
          <a:r>
            <a:rPr lang="en-US" dirty="0"/>
            <a:t> </a:t>
          </a:r>
          <a:r>
            <a:rPr lang="en-US" dirty="0" err="1"/>
            <a:t>3.3V</a:t>
          </a:r>
          <a:r>
            <a:rPr lang="en-US" dirty="0"/>
            <a:t> GPIO</a:t>
          </a:r>
        </a:p>
      </dgm:t>
    </dgm:pt>
    <dgm:pt modelId="{864837EF-2C17-43D2-80F9-BC44E9174973}" type="parTrans" cxnId="{92AD1339-BB72-40D4-A851-189317398B6B}">
      <dgm:prSet/>
      <dgm:spPr/>
      <dgm:t>
        <a:bodyPr/>
        <a:lstStyle/>
        <a:p>
          <a:endParaRPr lang="en-US"/>
        </a:p>
      </dgm:t>
    </dgm:pt>
    <dgm:pt modelId="{A3EACE6A-8917-4CCF-B010-9148605C6C37}" type="sibTrans" cxnId="{92AD1339-BB72-40D4-A851-189317398B6B}">
      <dgm:prSet/>
      <dgm:spPr/>
      <dgm:t>
        <a:bodyPr/>
        <a:lstStyle/>
        <a:p>
          <a:endParaRPr lang="en-US"/>
        </a:p>
      </dgm:t>
    </dgm:pt>
    <dgm:pt modelId="{05448FB6-21EB-4EC8-BBB2-065F2E85E91C}">
      <dgm:prSet phldrT="[Text]"/>
      <dgm:spPr/>
      <dgm:t>
        <a:bodyPr/>
        <a:lstStyle/>
        <a:p>
          <a:pPr>
            <a:buNone/>
          </a:pPr>
          <a:r>
            <a:rPr lang="en-US" dirty="0"/>
            <a:t>Logic Level Shifter</a:t>
          </a:r>
        </a:p>
      </dgm:t>
    </dgm:pt>
    <dgm:pt modelId="{76793476-83B3-4DDA-9A43-36E904B67B82}" type="parTrans" cxnId="{4B4526E8-BBB2-4C63-9E48-329783F096AC}">
      <dgm:prSet/>
      <dgm:spPr/>
      <dgm:t>
        <a:bodyPr/>
        <a:lstStyle/>
        <a:p>
          <a:endParaRPr lang="en-US"/>
        </a:p>
      </dgm:t>
    </dgm:pt>
    <dgm:pt modelId="{B18B9986-C712-43CB-9663-BCE3A5FF8D06}" type="sibTrans" cxnId="{4B4526E8-BBB2-4C63-9E48-329783F096AC}">
      <dgm:prSet/>
      <dgm:spPr/>
      <dgm:t>
        <a:bodyPr/>
        <a:lstStyle/>
        <a:p>
          <a:endParaRPr lang="en-US"/>
        </a:p>
      </dgm:t>
    </dgm:pt>
    <dgm:pt modelId="{24D5038F-0DB2-4EDD-ABB8-98D896284925}">
      <dgm:prSet phldrT="[Text]"/>
      <dgm:spPr/>
      <dgm:t>
        <a:bodyPr/>
        <a:lstStyle/>
        <a:p>
          <a:pPr>
            <a:buNone/>
          </a:pPr>
          <a:r>
            <a:rPr lang="en-US" dirty="0" err="1"/>
            <a:t>5V</a:t>
          </a:r>
          <a:r>
            <a:rPr lang="en-US" dirty="0"/>
            <a:t> Logic</a:t>
          </a:r>
        </a:p>
      </dgm:t>
    </dgm:pt>
    <dgm:pt modelId="{8FE4506C-D0D7-4C00-B083-3B79E8E62BE3}" type="parTrans" cxnId="{2A40FA44-0554-4FA8-9B3E-03E6FCB554CE}">
      <dgm:prSet/>
      <dgm:spPr/>
      <dgm:t>
        <a:bodyPr/>
        <a:lstStyle/>
        <a:p>
          <a:endParaRPr lang="en-US"/>
        </a:p>
      </dgm:t>
    </dgm:pt>
    <dgm:pt modelId="{C65704FF-D850-4B16-8C3E-EF131538D270}" type="sibTrans" cxnId="{2A40FA44-0554-4FA8-9B3E-03E6FCB554CE}">
      <dgm:prSet/>
      <dgm:spPr/>
      <dgm:t>
        <a:bodyPr/>
        <a:lstStyle/>
        <a:p>
          <a:endParaRPr lang="en-US"/>
        </a:p>
      </dgm:t>
    </dgm:pt>
    <dgm:pt modelId="{54EB9EFC-412D-4E44-9FA9-A12DC62C649C}">
      <dgm:prSet phldrT="[Text]"/>
      <dgm:spPr/>
      <dgm:t>
        <a:bodyPr/>
        <a:lstStyle/>
        <a:p>
          <a:pPr>
            <a:buNone/>
          </a:pPr>
          <a:r>
            <a:rPr lang="en-US" dirty="0" err="1"/>
            <a:t>5V</a:t>
          </a:r>
          <a:r>
            <a:rPr lang="en-US" dirty="0"/>
            <a:t> Relay</a:t>
          </a:r>
        </a:p>
      </dgm:t>
    </dgm:pt>
    <dgm:pt modelId="{0C15A290-77E7-4E5B-BF66-F4C991FCD3B2}" type="parTrans" cxnId="{06EACBDE-F51D-415A-BD6E-D6B9BD0C309E}">
      <dgm:prSet/>
      <dgm:spPr/>
      <dgm:t>
        <a:bodyPr/>
        <a:lstStyle/>
        <a:p>
          <a:endParaRPr lang="en-US"/>
        </a:p>
      </dgm:t>
    </dgm:pt>
    <dgm:pt modelId="{349865EE-0857-48D5-BFB9-4E0FDC8F288D}" type="sibTrans" cxnId="{06EACBDE-F51D-415A-BD6E-D6B9BD0C309E}">
      <dgm:prSet/>
      <dgm:spPr/>
      <dgm:t>
        <a:bodyPr/>
        <a:lstStyle/>
        <a:p>
          <a:endParaRPr lang="en-US"/>
        </a:p>
      </dgm:t>
    </dgm:pt>
    <dgm:pt modelId="{E8893693-CB58-4AC6-AFDC-EC06965E6D75}">
      <dgm:prSet phldrT="[Text]"/>
      <dgm:spPr/>
      <dgm:t>
        <a:bodyPr/>
        <a:lstStyle/>
        <a:p>
          <a:pPr>
            <a:buNone/>
          </a:pPr>
          <a:r>
            <a:rPr lang="en-US" dirty="0"/>
            <a:t>Load / Door Lock</a:t>
          </a:r>
        </a:p>
      </dgm:t>
    </dgm:pt>
    <dgm:pt modelId="{0E90E463-09C5-40C5-AE64-719B890E4006}" type="parTrans" cxnId="{2E72BA07-37CF-495F-A353-1D53555FDB93}">
      <dgm:prSet/>
      <dgm:spPr/>
      <dgm:t>
        <a:bodyPr/>
        <a:lstStyle/>
        <a:p>
          <a:endParaRPr lang="en-US"/>
        </a:p>
      </dgm:t>
    </dgm:pt>
    <dgm:pt modelId="{CD797FE4-25D9-401E-835F-990BC4995874}" type="sibTrans" cxnId="{2E72BA07-37CF-495F-A353-1D53555FDB93}">
      <dgm:prSet/>
      <dgm:spPr/>
      <dgm:t>
        <a:bodyPr/>
        <a:lstStyle/>
        <a:p>
          <a:endParaRPr lang="en-US"/>
        </a:p>
      </dgm:t>
    </dgm:pt>
    <dgm:pt modelId="{03AC0B55-73B8-4FC5-AA6F-AE38AD9E9063}" type="pres">
      <dgm:prSet presAssocID="{E6EE0C68-13A8-4D0F-9D96-B45465EA067E}" presName="linearFlow" presStyleCnt="0">
        <dgm:presLayoutVars>
          <dgm:resizeHandles val="exact"/>
        </dgm:presLayoutVars>
      </dgm:prSet>
      <dgm:spPr/>
    </dgm:pt>
    <dgm:pt modelId="{CDEECE67-0D2C-4273-A619-6A59B2B3F07F}" type="pres">
      <dgm:prSet presAssocID="{CCAA82F7-EBBD-4AA5-BBAF-CF90C6E8820A}" presName="node" presStyleLbl="node1" presStyleIdx="0" presStyleCnt="5">
        <dgm:presLayoutVars>
          <dgm:bulletEnabled val="1"/>
        </dgm:presLayoutVars>
      </dgm:prSet>
      <dgm:spPr/>
    </dgm:pt>
    <dgm:pt modelId="{224FA933-9749-4E8A-AE84-2EFDD99F2C7B}" type="pres">
      <dgm:prSet presAssocID="{A3EACE6A-8917-4CCF-B010-9148605C6C37}" presName="sibTrans" presStyleLbl="sibTrans2D1" presStyleIdx="0" presStyleCnt="4"/>
      <dgm:spPr/>
    </dgm:pt>
    <dgm:pt modelId="{3E798250-7FAC-4248-AF76-2579C735678C}" type="pres">
      <dgm:prSet presAssocID="{A3EACE6A-8917-4CCF-B010-9148605C6C37}" presName="connectorText" presStyleLbl="sibTrans2D1" presStyleIdx="0" presStyleCnt="4"/>
      <dgm:spPr/>
    </dgm:pt>
    <dgm:pt modelId="{21D6690A-3BA1-416C-8642-1FE276E72614}" type="pres">
      <dgm:prSet presAssocID="{05448FB6-21EB-4EC8-BBB2-065F2E85E91C}" presName="node" presStyleLbl="node1" presStyleIdx="1" presStyleCnt="5">
        <dgm:presLayoutVars>
          <dgm:bulletEnabled val="1"/>
        </dgm:presLayoutVars>
      </dgm:prSet>
      <dgm:spPr/>
    </dgm:pt>
    <dgm:pt modelId="{6A2FDB07-0025-4049-886B-1F2A14580ACC}" type="pres">
      <dgm:prSet presAssocID="{B18B9986-C712-43CB-9663-BCE3A5FF8D06}" presName="sibTrans" presStyleLbl="sibTrans2D1" presStyleIdx="1" presStyleCnt="4"/>
      <dgm:spPr/>
    </dgm:pt>
    <dgm:pt modelId="{47DB7CB9-B29D-47F6-A051-B1F1AD56BFD7}" type="pres">
      <dgm:prSet presAssocID="{B18B9986-C712-43CB-9663-BCE3A5FF8D06}" presName="connectorText" presStyleLbl="sibTrans2D1" presStyleIdx="1" presStyleCnt="4"/>
      <dgm:spPr/>
    </dgm:pt>
    <dgm:pt modelId="{D06F42ED-A870-475B-98A9-172DEB953342}" type="pres">
      <dgm:prSet presAssocID="{24D5038F-0DB2-4EDD-ABB8-98D896284925}" presName="node" presStyleLbl="node1" presStyleIdx="2" presStyleCnt="5">
        <dgm:presLayoutVars>
          <dgm:bulletEnabled val="1"/>
        </dgm:presLayoutVars>
      </dgm:prSet>
      <dgm:spPr/>
    </dgm:pt>
    <dgm:pt modelId="{C8628319-849D-4514-87E0-AFB0C2F00999}" type="pres">
      <dgm:prSet presAssocID="{C65704FF-D850-4B16-8C3E-EF131538D270}" presName="sibTrans" presStyleLbl="sibTrans2D1" presStyleIdx="2" presStyleCnt="4"/>
      <dgm:spPr/>
    </dgm:pt>
    <dgm:pt modelId="{202B8A11-542A-4613-8DE8-E553EC06593F}" type="pres">
      <dgm:prSet presAssocID="{C65704FF-D850-4B16-8C3E-EF131538D270}" presName="connectorText" presStyleLbl="sibTrans2D1" presStyleIdx="2" presStyleCnt="4"/>
      <dgm:spPr/>
    </dgm:pt>
    <dgm:pt modelId="{4BEE1685-1150-4F02-8683-E9435B132B4C}" type="pres">
      <dgm:prSet presAssocID="{54EB9EFC-412D-4E44-9FA9-A12DC62C649C}" presName="node" presStyleLbl="node1" presStyleIdx="3" presStyleCnt="5">
        <dgm:presLayoutVars>
          <dgm:bulletEnabled val="1"/>
        </dgm:presLayoutVars>
      </dgm:prSet>
      <dgm:spPr/>
    </dgm:pt>
    <dgm:pt modelId="{2439E5B4-9859-438B-B9C9-E57D0B0035B4}" type="pres">
      <dgm:prSet presAssocID="{349865EE-0857-48D5-BFB9-4E0FDC8F288D}" presName="sibTrans" presStyleLbl="sibTrans2D1" presStyleIdx="3" presStyleCnt="4"/>
      <dgm:spPr/>
    </dgm:pt>
    <dgm:pt modelId="{FEF1DA3D-9526-4DBF-96B4-7A4231F0C8E4}" type="pres">
      <dgm:prSet presAssocID="{349865EE-0857-48D5-BFB9-4E0FDC8F288D}" presName="connectorText" presStyleLbl="sibTrans2D1" presStyleIdx="3" presStyleCnt="4"/>
      <dgm:spPr/>
    </dgm:pt>
    <dgm:pt modelId="{2F2273C4-5E3E-4D4B-AB42-C88F5F6756A9}" type="pres">
      <dgm:prSet presAssocID="{E8893693-CB58-4AC6-AFDC-EC06965E6D75}" presName="node" presStyleLbl="node1" presStyleIdx="4" presStyleCnt="5">
        <dgm:presLayoutVars>
          <dgm:bulletEnabled val="1"/>
        </dgm:presLayoutVars>
      </dgm:prSet>
      <dgm:spPr/>
    </dgm:pt>
  </dgm:ptLst>
  <dgm:cxnLst>
    <dgm:cxn modelId="{2E72BA07-37CF-495F-A353-1D53555FDB93}" srcId="{E6EE0C68-13A8-4D0F-9D96-B45465EA067E}" destId="{E8893693-CB58-4AC6-AFDC-EC06965E6D75}" srcOrd="4" destOrd="0" parTransId="{0E90E463-09C5-40C5-AE64-719B890E4006}" sibTransId="{CD797FE4-25D9-401E-835F-990BC4995874}"/>
    <dgm:cxn modelId="{B4177C35-AEB3-4877-A22C-75BECC5F3223}" type="presOf" srcId="{349865EE-0857-48D5-BFB9-4E0FDC8F288D}" destId="{2439E5B4-9859-438B-B9C9-E57D0B0035B4}" srcOrd="0" destOrd="0" presId="urn:microsoft.com/office/officeart/2005/8/layout/process2"/>
    <dgm:cxn modelId="{8F2C5B36-B48F-446E-BB61-FE12AB15272F}" type="presOf" srcId="{C65704FF-D850-4B16-8C3E-EF131538D270}" destId="{C8628319-849D-4514-87E0-AFB0C2F00999}" srcOrd="0" destOrd="0" presId="urn:microsoft.com/office/officeart/2005/8/layout/process2"/>
    <dgm:cxn modelId="{F364FE36-9A6C-426F-A508-2DCC738FAD28}" type="presOf" srcId="{05448FB6-21EB-4EC8-BBB2-065F2E85E91C}" destId="{21D6690A-3BA1-416C-8642-1FE276E72614}" srcOrd="0" destOrd="0" presId="urn:microsoft.com/office/officeart/2005/8/layout/process2"/>
    <dgm:cxn modelId="{92AD1339-BB72-40D4-A851-189317398B6B}" srcId="{E6EE0C68-13A8-4D0F-9D96-B45465EA067E}" destId="{CCAA82F7-EBBD-4AA5-BBAF-CF90C6E8820A}" srcOrd="0" destOrd="0" parTransId="{864837EF-2C17-43D2-80F9-BC44E9174973}" sibTransId="{A3EACE6A-8917-4CCF-B010-9148605C6C37}"/>
    <dgm:cxn modelId="{84BBA563-C33E-4899-AFD0-C986700F0338}" type="presOf" srcId="{A3EACE6A-8917-4CCF-B010-9148605C6C37}" destId="{224FA933-9749-4E8A-AE84-2EFDD99F2C7B}" srcOrd="0" destOrd="0" presId="urn:microsoft.com/office/officeart/2005/8/layout/process2"/>
    <dgm:cxn modelId="{2A40FA44-0554-4FA8-9B3E-03E6FCB554CE}" srcId="{E6EE0C68-13A8-4D0F-9D96-B45465EA067E}" destId="{24D5038F-0DB2-4EDD-ABB8-98D896284925}" srcOrd="2" destOrd="0" parTransId="{8FE4506C-D0D7-4C00-B083-3B79E8E62BE3}" sibTransId="{C65704FF-D850-4B16-8C3E-EF131538D270}"/>
    <dgm:cxn modelId="{0F842465-6D9E-4CDA-BA63-73CA94472131}" type="presOf" srcId="{CCAA82F7-EBBD-4AA5-BBAF-CF90C6E8820A}" destId="{CDEECE67-0D2C-4273-A619-6A59B2B3F07F}" srcOrd="0" destOrd="0" presId="urn:microsoft.com/office/officeart/2005/8/layout/process2"/>
    <dgm:cxn modelId="{1FCD7358-E4CD-4ECD-B85D-61F6F10AC38B}" type="presOf" srcId="{349865EE-0857-48D5-BFB9-4E0FDC8F288D}" destId="{FEF1DA3D-9526-4DBF-96B4-7A4231F0C8E4}" srcOrd="1" destOrd="0" presId="urn:microsoft.com/office/officeart/2005/8/layout/process2"/>
    <dgm:cxn modelId="{A40A43AD-1CFA-4B9E-BC80-1E4138E449DD}" type="presOf" srcId="{54EB9EFC-412D-4E44-9FA9-A12DC62C649C}" destId="{4BEE1685-1150-4F02-8683-E9435B132B4C}" srcOrd="0" destOrd="0" presId="urn:microsoft.com/office/officeart/2005/8/layout/process2"/>
    <dgm:cxn modelId="{010887AD-E52A-498A-B54C-95EED120E148}" type="presOf" srcId="{E6EE0C68-13A8-4D0F-9D96-B45465EA067E}" destId="{03AC0B55-73B8-4FC5-AA6F-AE38AD9E9063}" srcOrd="0" destOrd="0" presId="urn:microsoft.com/office/officeart/2005/8/layout/process2"/>
    <dgm:cxn modelId="{EFAEC6D0-CEDB-407C-816F-B7DC17A55758}" type="presOf" srcId="{A3EACE6A-8917-4CCF-B010-9148605C6C37}" destId="{3E798250-7FAC-4248-AF76-2579C735678C}" srcOrd="1" destOrd="0" presId="urn:microsoft.com/office/officeart/2005/8/layout/process2"/>
    <dgm:cxn modelId="{D8063BD2-7B4F-4722-862A-3E7D3B6B0D9D}" type="presOf" srcId="{E8893693-CB58-4AC6-AFDC-EC06965E6D75}" destId="{2F2273C4-5E3E-4D4B-AB42-C88F5F6756A9}" srcOrd="0" destOrd="0" presId="urn:microsoft.com/office/officeart/2005/8/layout/process2"/>
    <dgm:cxn modelId="{06EACBDE-F51D-415A-BD6E-D6B9BD0C309E}" srcId="{E6EE0C68-13A8-4D0F-9D96-B45465EA067E}" destId="{54EB9EFC-412D-4E44-9FA9-A12DC62C649C}" srcOrd="3" destOrd="0" parTransId="{0C15A290-77E7-4E5B-BF66-F4C991FCD3B2}" sibTransId="{349865EE-0857-48D5-BFB9-4E0FDC8F288D}"/>
    <dgm:cxn modelId="{E7B973E5-BAC8-4D0B-840B-DC02EE3A27BD}" type="presOf" srcId="{B18B9986-C712-43CB-9663-BCE3A5FF8D06}" destId="{47DB7CB9-B29D-47F6-A051-B1F1AD56BFD7}" srcOrd="1" destOrd="0" presId="urn:microsoft.com/office/officeart/2005/8/layout/process2"/>
    <dgm:cxn modelId="{2B5123E7-F9C1-449B-B157-FA657F2EFE78}" type="presOf" srcId="{C65704FF-D850-4B16-8C3E-EF131538D270}" destId="{202B8A11-542A-4613-8DE8-E553EC06593F}" srcOrd="1" destOrd="0" presId="urn:microsoft.com/office/officeart/2005/8/layout/process2"/>
    <dgm:cxn modelId="{4B4526E8-BBB2-4C63-9E48-329783F096AC}" srcId="{E6EE0C68-13A8-4D0F-9D96-B45465EA067E}" destId="{05448FB6-21EB-4EC8-BBB2-065F2E85E91C}" srcOrd="1" destOrd="0" parTransId="{76793476-83B3-4DDA-9A43-36E904B67B82}" sibTransId="{B18B9986-C712-43CB-9663-BCE3A5FF8D06}"/>
    <dgm:cxn modelId="{965995E9-5349-4EC5-BE66-C28900083D1D}" type="presOf" srcId="{B18B9986-C712-43CB-9663-BCE3A5FF8D06}" destId="{6A2FDB07-0025-4049-886B-1F2A14580ACC}" srcOrd="0" destOrd="0" presId="urn:microsoft.com/office/officeart/2005/8/layout/process2"/>
    <dgm:cxn modelId="{43B30CFF-30F5-41D3-B19D-DC3EBBC5B8C4}" type="presOf" srcId="{24D5038F-0DB2-4EDD-ABB8-98D896284925}" destId="{D06F42ED-A870-475B-98A9-172DEB953342}" srcOrd="0" destOrd="0" presId="urn:microsoft.com/office/officeart/2005/8/layout/process2"/>
    <dgm:cxn modelId="{E01A9A96-8400-4123-853E-034E6FBD1671}" type="presParOf" srcId="{03AC0B55-73B8-4FC5-AA6F-AE38AD9E9063}" destId="{CDEECE67-0D2C-4273-A619-6A59B2B3F07F}" srcOrd="0" destOrd="0" presId="urn:microsoft.com/office/officeart/2005/8/layout/process2"/>
    <dgm:cxn modelId="{7B1BCB59-D0FC-49D0-8B27-7C31CB5BB572}" type="presParOf" srcId="{03AC0B55-73B8-4FC5-AA6F-AE38AD9E9063}" destId="{224FA933-9749-4E8A-AE84-2EFDD99F2C7B}" srcOrd="1" destOrd="0" presId="urn:microsoft.com/office/officeart/2005/8/layout/process2"/>
    <dgm:cxn modelId="{1E0B43DC-3E9F-479A-A596-13A73F04C532}" type="presParOf" srcId="{224FA933-9749-4E8A-AE84-2EFDD99F2C7B}" destId="{3E798250-7FAC-4248-AF76-2579C735678C}" srcOrd="0" destOrd="0" presId="urn:microsoft.com/office/officeart/2005/8/layout/process2"/>
    <dgm:cxn modelId="{548A85C3-62F7-46DE-BDA4-610E22FD40E5}" type="presParOf" srcId="{03AC0B55-73B8-4FC5-AA6F-AE38AD9E9063}" destId="{21D6690A-3BA1-416C-8642-1FE276E72614}" srcOrd="2" destOrd="0" presId="urn:microsoft.com/office/officeart/2005/8/layout/process2"/>
    <dgm:cxn modelId="{78333FE5-5A3A-40B9-AABC-5584F338F53E}" type="presParOf" srcId="{03AC0B55-73B8-4FC5-AA6F-AE38AD9E9063}" destId="{6A2FDB07-0025-4049-886B-1F2A14580ACC}" srcOrd="3" destOrd="0" presId="urn:microsoft.com/office/officeart/2005/8/layout/process2"/>
    <dgm:cxn modelId="{54A9A438-9392-4CA8-8EAC-8BC04AB11653}" type="presParOf" srcId="{6A2FDB07-0025-4049-886B-1F2A14580ACC}" destId="{47DB7CB9-B29D-47F6-A051-B1F1AD56BFD7}" srcOrd="0" destOrd="0" presId="urn:microsoft.com/office/officeart/2005/8/layout/process2"/>
    <dgm:cxn modelId="{1C52D332-FD26-4C4A-9B82-2915D7B42C00}" type="presParOf" srcId="{03AC0B55-73B8-4FC5-AA6F-AE38AD9E9063}" destId="{D06F42ED-A870-475B-98A9-172DEB953342}" srcOrd="4" destOrd="0" presId="urn:microsoft.com/office/officeart/2005/8/layout/process2"/>
    <dgm:cxn modelId="{A50AA7A9-CADE-40A8-B80F-49B75A3AD91F}" type="presParOf" srcId="{03AC0B55-73B8-4FC5-AA6F-AE38AD9E9063}" destId="{C8628319-849D-4514-87E0-AFB0C2F00999}" srcOrd="5" destOrd="0" presId="urn:microsoft.com/office/officeart/2005/8/layout/process2"/>
    <dgm:cxn modelId="{3CC4EECF-DDC9-42EF-9580-02673A2729D3}" type="presParOf" srcId="{C8628319-849D-4514-87E0-AFB0C2F00999}" destId="{202B8A11-542A-4613-8DE8-E553EC06593F}" srcOrd="0" destOrd="0" presId="urn:microsoft.com/office/officeart/2005/8/layout/process2"/>
    <dgm:cxn modelId="{906F1A46-7112-491C-95FB-5C8BAB390D35}" type="presParOf" srcId="{03AC0B55-73B8-4FC5-AA6F-AE38AD9E9063}" destId="{4BEE1685-1150-4F02-8683-E9435B132B4C}" srcOrd="6" destOrd="0" presId="urn:microsoft.com/office/officeart/2005/8/layout/process2"/>
    <dgm:cxn modelId="{6378957A-B574-483F-9D5E-324EF2C6B2D8}" type="presParOf" srcId="{03AC0B55-73B8-4FC5-AA6F-AE38AD9E9063}" destId="{2439E5B4-9859-438B-B9C9-E57D0B0035B4}" srcOrd="7" destOrd="0" presId="urn:microsoft.com/office/officeart/2005/8/layout/process2"/>
    <dgm:cxn modelId="{A48817CF-27C4-4131-91D4-E0E893715BC7}" type="presParOf" srcId="{2439E5B4-9859-438B-B9C9-E57D0B0035B4}" destId="{FEF1DA3D-9526-4DBF-96B4-7A4231F0C8E4}" srcOrd="0" destOrd="0" presId="urn:microsoft.com/office/officeart/2005/8/layout/process2"/>
    <dgm:cxn modelId="{F5E3CBB9-59AB-4EA4-A6C2-3114FFF02C16}" type="presParOf" srcId="{03AC0B55-73B8-4FC5-AA6F-AE38AD9E9063}" destId="{2F2273C4-5E3E-4D4B-AB42-C88F5F6756A9}" srcOrd="8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93AC053C-586D-4B9F-A292-0D7A110466D6}" type="doc">
      <dgm:prSet loTypeId="urn:microsoft.com/office/officeart/2005/8/layout/vList2" loCatId="list" qsTypeId="urn:microsoft.com/office/officeart/2005/8/quickstyle/simple1#16" qsCatId="simple" csTypeId="urn:microsoft.com/office/officeart/2005/8/colors/accent1_2#16" csCatId="accent1" phldr="1"/>
      <dgm:spPr/>
      <dgm:t>
        <a:bodyPr/>
        <a:lstStyle/>
        <a:p>
          <a:endParaRPr lang="en-US"/>
        </a:p>
      </dgm:t>
    </dgm:pt>
    <dgm:pt modelId="{8A01AB28-4D6D-48A9-9796-3DBFD2A293AE}">
      <dgm:prSet/>
      <dgm:spPr/>
      <dgm:t>
        <a:bodyPr/>
        <a:lstStyle/>
        <a:p>
          <a:pPr algn="ctr" rtl="1"/>
          <a:r>
            <a:rPr lang="en-US" b="0" baseline="0" dirty="0"/>
            <a:t>OLED Interface</a:t>
          </a:r>
          <a:endParaRPr lang="en-US" dirty="0"/>
        </a:p>
      </dgm:t>
    </dgm:pt>
    <dgm:pt modelId="{9715FB42-6B76-4A1C-88ED-0F6279C4F435}" type="parTrans" cxnId="{8DBC9AAD-94AF-4AEA-9C50-07BBEBB673C3}">
      <dgm:prSet/>
      <dgm:spPr/>
      <dgm:t>
        <a:bodyPr/>
        <a:lstStyle/>
        <a:p>
          <a:endParaRPr lang="en-US"/>
        </a:p>
      </dgm:t>
    </dgm:pt>
    <dgm:pt modelId="{3F7C0CDC-F5E8-4E5D-A33A-5AEA645F2E38}" type="sibTrans" cxnId="{8DBC9AAD-94AF-4AEA-9C50-07BBEBB673C3}">
      <dgm:prSet/>
      <dgm:spPr/>
      <dgm:t>
        <a:bodyPr/>
        <a:lstStyle/>
        <a:p>
          <a:endParaRPr lang="en-US"/>
        </a:p>
      </dgm:t>
    </dgm:pt>
    <dgm:pt modelId="{94713D29-B127-469D-98E8-CB698F783B24}" type="pres">
      <dgm:prSet presAssocID="{93AC053C-586D-4B9F-A292-0D7A110466D6}" presName="linear" presStyleCnt="0">
        <dgm:presLayoutVars>
          <dgm:animLvl val="lvl"/>
          <dgm:resizeHandles val="exact"/>
        </dgm:presLayoutVars>
      </dgm:prSet>
      <dgm:spPr/>
    </dgm:pt>
    <dgm:pt modelId="{CEB54D86-8398-4E93-854A-78EEDAC91626}" type="pres">
      <dgm:prSet presAssocID="{8A01AB28-4D6D-48A9-9796-3DBFD2A293AE}" presName="parentText" presStyleLbl="node1" presStyleIdx="0" presStyleCnt="1" custLinFactNeighborX="52500" custLinFactNeighborY="-72747">
        <dgm:presLayoutVars>
          <dgm:chMax val="0"/>
          <dgm:bulletEnabled val="1"/>
        </dgm:presLayoutVars>
      </dgm:prSet>
      <dgm:spPr/>
    </dgm:pt>
  </dgm:ptLst>
  <dgm:cxnLst>
    <dgm:cxn modelId="{54813867-D6D5-4FB7-BC39-C930419455E9}" type="presOf" srcId="{93AC053C-586D-4B9F-A292-0D7A110466D6}" destId="{94713D29-B127-469D-98E8-CB698F783B24}" srcOrd="0" destOrd="0" presId="urn:microsoft.com/office/officeart/2005/8/layout/vList2"/>
    <dgm:cxn modelId="{8DBC9AAD-94AF-4AEA-9C50-07BBEBB673C3}" srcId="{93AC053C-586D-4B9F-A292-0D7A110466D6}" destId="{8A01AB28-4D6D-48A9-9796-3DBFD2A293AE}" srcOrd="0" destOrd="0" parTransId="{9715FB42-6B76-4A1C-88ED-0F6279C4F435}" sibTransId="{3F7C0CDC-F5E8-4E5D-A33A-5AEA645F2E38}"/>
    <dgm:cxn modelId="{AF66CDFF-D81B-4A62-B9AF-7AFF0B95FD32}" type="presOf" srcId="{8A01AB28-4D6D-48A9-9796-3DBFD2A293AE}" destId="{CEB54D86-8398-4E93-854A-78EEDAC91626}" srcOrd="0" destOrd="0" presId="urn:microsoft.com/office/officeart/2005/8/layout/vList2"/>
    <dgm:cxn modelId="{68D43A3B-2BDD-4F9D-BB9C-8D9C582EEEDB}" type="presParOf" srcId="{94713D29-B127-469D-98E8-CB698F783B24}" destId="{CEB54D86-8398-4E93-854A-78EEDAC9162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99935329-A8B8-4458-B841-F34CD9B2E827}" type="doc">
      <dgm:prSet loTypeId="urn:microsoft.com/office/officeart/2005/8/layout/vList2" loCatId="list" qsTypeId="urn:microsoft.com/office/officeart/2005/8/quickstyle/simple1#17" qsCatId="simple" csTypeId="urn:microsoft.com/office/officeart/2005/8/colors/accent1_2#17" csCatId="accent1" phldr="1"/>
      <dgm:spPr/>
      <dgm:t>
        <a:bodyPr/>
        <a:lstStyle/>
        <a:p>
          <a:endParaRPr lang="en-US"/>
        </a:p>
      </dgm:t>
    </dgm:pt>
    <dgm:pt modelId="{F7E2CE64-1576-4F6E-BA06-C52523923B32}">
      <dgm:prSet/>
      <dgm:spPr/>
      <dgm:t>
        <a:bodyPr/>
        <a:lstStyle/>
        <a:p>
          <a:pPr algn="r" rtl="1"/>
          <a:r>
            <a:rPr lang="en-US" b="0" baseline="0" dirty="0"/>
            <a:t>Connecting to Server</a:t>
          </a:r>
          <a:endParaRPr lang="en-US" dirty="0"/>
        </a:p>
      </dgm:t>
    </dgm:pt>
    <dgm:pt modelId="{693CFAB3-A757-4717-B7E3-827D0F4CC94E}" type="parTrans" cxnId="{1A9B151F-6AB5-4476-B3E2-A6728FD7B08C}">
      <dgm:prSet/>
      <dgm:spPr/>
      <dgm:t>
        <a:bodyPr/>
        <a:lstStyle/>
        <a:p>
          <a:endParaRPr lang="en-US"/>
        </a:p>
      </dgm:t>
    </dgm:pt>
    <dgm:pt modelId="{DDB7B203-2246-429C-A596-B143D0833A87}" type="sibTrans" cxnId="{1A9B151F-6AB5-4476-B3E2-A6728FD7B08C}">
      <dgm:prSet/>
      <dgm:spPr/>
      <dgm:t>
        <a:bodyPr/>
        <a:lstStyle/>
        <a:p>
          <a:endParaRPr lang="en-US"/>
        </a:p>
      </dgm:t>
    </dgm:pt>
    <dgm:pt modelId="{A29A6DC4-D289-410D-9E65-7881887544B1}" type="pres">
      <dgm:prSet presAssocID="{99935329-A8B8-4458-B841-F34CD9B2E827}" presName="linear" presStyleCnt="0">
        <dgm:presLayoutVars>
          <dgm:animLvl val="lvl"/>
          <dgm:resizeHandles val="exact"/>
        </dgm:presLayoutVars>
      </dgm:prSet>
      <dgm:spPr/>
    </dgm:pt>
    <dgm:pt modelId="{086B8837-6745-47E2-944B-728219AE6F63}" type="pres">
      <dgm:prSet presAssocID="{F7E2CE64-1576-4F6E-BA06-C52523923B32}" presName="parentText" presStyleLbl="node1" presStyleIdx="0" presStyleCnt="1" custLinFactNeighborX="13341" custLinFactNeighborY="48889">
        <dgm:presLayoutVars>
          <dgm:chMax val="0"/>
          <dgm:bulletEnabled val="1"/>
        </dgm:presLayoutVars>
      </dgm:prSet>
      <dgm:spPr/>
    </dgm:pt>
  </dgm:ptLst>
  <dgm:cxnLst>
    <dgm:cxn modelId="{1A9B151F-6AB5-4476-B3E2-A6728FD7B08C}" srcId="{99935329-A8B8-4458-B841-F34CD9B2E827}" destId="{F7E2CE64-1576-4F6E-BA06-C52523923B32}" srcOrd="0" destOrd="0" parTransId="{693CFAB3-A757-4717-B7E3-827D0F4CC94E}" sibTransId="{DDB7B203-2246-429C-A596-B143D0833A87}"/>
    <dgm:cxn modelId="{4BDECA6B-C68F-4F47-8C14-EDE16523A8E0}" type="presOf" srcId="{99935329-A8B8-4458-B841-F34CD9B2E827}" destId="{A29A6DC4-D289-410D-9E65-7881887544B1}" srcOrd="0" destOrd="0" presId="urn:microsoft.com/office/officeart/2005/8/layout/vList2"/>
    <dgm:cxn modelId="{B55A5576-ABA6-416F-8D7F-EEA8472B1174}" type="presOf" srcId="{F7E2CE64-1576-4F6E-BA06-C52523923B32}" destId="{086B8837-6745-47E2-944B-728219AE6F63}" srcOrd="0" destOrd="0" presId="urn:microsoft.com/office/officeart/2005/8/layout/vList2"/>
    <dgm:cxn modelId="{52C44180-CECA-4AC3-BA7E-57A9519CE49A}" type="presParOf" srcId="{A29A6DC4-D289-410D-9E65-7881887544B1}" destId="{086B8837-6745-47E2-944B-728219AE6F6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7ED130A7-1275-47A6-AA39-0F1DB6EDA0B5}" type="doc">
      <dgm:prSet loTypeId="urn:microsoft.com/office/officeart/2005/8/layout/process2" loCatId="process" qsTypeId="urn:microsoft.com/office/officeart/2005/8/quickstyle/simple1#18" qsCatId="simple" csTypeId="urn:microsoft.com/office/officeart/2005/8/colors/accent1_2#18" csCatId="accent1" phldr="1"/>
      <dgm:spPr/>
      <dgm:t>
        <a:bodyPr/>
        <a:lstStyle/>
        <a:p>
          <a:endParaRPr lang="en-US"/>
        </a:p>
      </dgm:t>
    </dgm:pt>
    <dgm:pt modelId="{6135FC9E-C2D2-4CB2-A24A-FA60674E1784}">
      <dgm:prSet phldrT="[Text]" phldr="0"/>
      <dgm:spPr/>
      <dgm:t>
        <a:bodyPr/>
        <a:lstStyle/>
        <a:p>
          <a:r>
            <a:rPr lang="en-US" dirty="0" err="1"/>
            <a:t>ESP32</a:t>
          </a:r>
          <a:endParaRPr lang="en-US" dirty="0"/>
        </a:p>
      </dgm:t>
    </dgm:pt>
    <dgm:pt modelId="{31D8E20B-8DCF-498C-95F2-B63578730B4B}" type="parTrans" cxnId="{AD083C31-E37B-45E5-9529-AB12BD0D0428}">
      <dgm:prSet/>
      <dgm:spPr/>
      <dgm:t>
        <a:bodyPr/>
        <a:lstStyle/>
        <a:p>
          <a:endParaRPr lang="en-US"/>
        </a:p>
      </dgm:t>
    </dgm:pt>
    <dgm:pt modelId="{D7E8AA67-A526-474A-A625-BB59F2091E54}" type="sibTrans" cxnId="{AD083C31-E37B-45E5-9529-AB12BD0D0428}">
      <dgm:prSet/>
      <dgm:spPr/>
      <dgm:t>
        <a:bodyPr/>
        <a:lstStyle/>
        <a:p>
          <a:endParaRPr lang="en-US"/>
        </a:p>
      </dgm:t>
    </dgm:pt>
    <dgm:pt modelId="{3780497F-8E79-400A-955C-2879BC17B778}">
      <dgm:prSet phldrT="[Text]" phldr="0"/>
      <dgm:spPr/>
      <dgm:t>
        <a:bodyPr/>
        <a:lstStyle/>
        <a:p>
          <a:r>
            <a:rPr lang="en-US" dirty="0"/>
            <a:t>HTTP POST</a:t>
          </a:r>
        </a:p>
      </dgm:t>
    </dgm:pt>
    <dgm:pt modelId="{D6AD051A-8BB3-4A2B-86C2-2A4C73B90CA3}" type="parTrans" cxnId="{50097277-FE6E-47B8-BE8F-D0FF6BC9FEC9}">
      <dgm:prSet/>
      <dgm:spPr/>
      <dgm:t>
        <a:bodyPr/>
        <a:lstStyle/>
        <a:p>
          <a:endParaRPr lang="en-US"/>
        </a:p>
      </dgm:t>
    </dgm:pt>
    <dgm:pt modelId="{08C73B3F-C17B-4E49-839E-56A0601E1582}" type="sibTrans" cxnId="{50097277-FE6E-47B8-BE8F-D0FF6BC9FEC9}">
      <dgm:prSet/>
      <dgm:spPr/>
      <dgm:t>
        <a:bodyPr/>
        <a:lstStyle/>
        <a:p>
          <a:endParaRPr lang="en-US"/>
        </a:p>
      </dgm:t>
    </dgm:pt>
    <dgm:pt modelId="{2184A9E7-A8CB-4CCA-8B4E-A47515C874F5}">
      <dgm:prSet phldrT="[Text]" phldr="0"/>
      <dgm:spPr/>
      <dgm:t>
        <a:bodyPr/>
        <a:lstStyle/>
        <a:p>
          <a:r>
            <a:rPr lang="en-US" dirty="0"/>
            <a:t>Apache/ PHP</a:t>
          </a:r>
        </a:p>
      </dgm:t>
    </dgm:pt>
    <dgm:pt modelId="{24D61674-E84C-4D13-84E3-4132BFAB0087}" type="parTrans" cxnId="{E45CEC45-EB08-422D-8980-F8654D3632E7}">
      <dgm:prSet/>
      <dgm:spPr/>
      <dgm:t>
        <a:bodyPr/>
        <a:lstStyle/>
        <a:p>
          <a:endParaRPr lang="en-US"/>
        </a:p>
      </dgm:t>
    </dgm:pt>
    <dgm:pt modelId="{45FF0E1D-8380-4B03-8003-25A3CFD8DC7A}" type="sibTrans" cxnId="{E45CEC45-EB08-422D-8980-F8654D3632E7}">
      <dgm:prSet/>
      <dgm:spPr/>
      <dgm:t>
        <a:bodyPr/>
        <a:lstStyle/>
        <a:p>
          <a:endParaRPr lang="en-US"/>
        </a:p>
      </dgm:t>
    </dgm:pt>
    <dgm:pt modelId="{59ADA724-D968-4AD9-86C5-3106E94A6CAB}">
      <dgm:prSet phldrT="[Text]" phldr="0"/>
      <dgm:spPr/>
      <dgm:t>
        <a:bodyPr/>
        <a:lstStyle/>
        <a:p>
          <a:r>
            <a:rPr lang="en-US" dirty="0" err="1"/>
            <a:t>Attendance.csv</a:t>
          </a:r>
          <a:endParaRPr lang="en-US" dirty="0"/>
        </a:p>
      </dgm:t>
    </dgm:pt>
    <dgm:pt modelId="{4C78767E-8533-46EF-B432-5FCFF56D8316}" type="parTrans" cxnId="{179869F2-98FD-4A3D-A895-01A0460FD717}">
      <dgm:prSet/>
      <dgm:spPr/>
      <dgm:t>
        <a:bodyPr/>
        <a:lstStyle/>
        <a:p>
          <a:endParaRPr lang="en-US"/>
        </a:p>
      </dgm:t>
    </dgm:pt>
    <dgm:pt modelId="{241005DA-C87D-46DF-BE99-18F431B71663}" type="sibTrans" cxnId="{179869F2-98FD-4A3D-A895-01A0460FD717}">
      <dgm:prSet/>
      <dgm:spPr/>
      <dgm:t>
        <a:bodyPr/>
        <a:lstStyle/>
        <a:p>
          <a:endParaRPr lang="en-US"/>
        </a:p>
      </dgm:t>
    </dgm:pt>
    <dgm:pt modelId="{052183AC-A2BE-40E0-B3FE-3D716C232BC4}" type="pres">
      <dgm:prSet presAssocID="{7ED130A7-1275-47A6-AA39-0F1DB6EDA0B5}" presName="linearFlow" presStyleCnt="0">
        <dgm:presLayoutVars>
          <dgm:resizeHandles val="exact"/>
        </dgm:presLayoutVars>
      </dgm:prSet>
      <dgm:spPr/>
    </dgm:pt>
    <dgm:pt modelId="{30176807-BB9E-4196-9A2A-AF8CED79E821}" type="pres">
      <dgm:prSet presAssocID="{6135FC9E-C2D2-4CB2-A24A-FA60674E1784}" presName="node" presStyleLbl="node1" presStyleIdx="0" presStyleCnt="4">
        <dgm:presLayoutVars>
          <dgm:bulletEnabled val="1"/>
        </dgm:presLayoutVars>
      </dgm:prSet>
      <dgm:spPr/>
    </dgm:pt>
    <dgm:pt modelId="{DF376551-937D-4144-A88E-95D2C322BF48}" type="pres">
      <dgm:prSet presAssocID="{D7E8AA67-A526-474A-A625-BB59F2091E54}" presName="sibTrans" presStyleLbl="sibTrans2D1" presStyleIdx="0" presStyleCnt="3"/>
      <dgm:spPr/>
    </dgm:pt>
    <dgm:pt modelId="{735D54BB-E38E-459F-96E6-9C88850A815A}" type="pres">
      <dgm:prSet presAssocID="{D7E8AA67-A526-474A-A625-BB59F2091E54}" presName="connectorText" presStyleLbl="sibTrans2D1" presStyleIdx="0" presStyleCnt="3"/>
      <dgm:spPr/>
    </dgm:pt>
    <dgm:pt modelId="{59D554AF-C7F4-46C7-9701-17C480C1ED6B}" type="pres">
      <dgm:prSet presAssocID="{3780497F-8E79-400A-955C-2879BC17B778}" presName="node" presStyleLbl="node1" presStyleIdx="1" presStyleCnt="4">
        <dgm:presLayoutVars>
          <dgm:bulletEnabled val="1"/>
        </dgm:presLayoutVars>
      </dgm:prSet>
      <dgm:spPr/>
    </dgm:pt>
    <dgm:pt modelId="{D7D14620-D4E4-49A3-B358-DB13CFD3FB15}" type="pres">
      <dgm:prSet presAssocID="{08C73B3F-C17B-4E49-839E-56A0601E1582}" presName="sibTrans" presStyleLbl="sibTrans2D1" presStyleIdx="1" presStyleCnt="3"/>
      <dgm:spPr/>
    </dgm:pt>
    <dgm:pt modelId="{A71B9B6A-0445-439E-9329-C9C524DB9A20}" type="pres">
      <dgm:prSet presAssocID="{08C73B3F-C17B-4E49-839E-56A0601E1582}" presName="connectorText" presStyleLbl="sibTrans2D1" presStyleIdx="1" presStyleCnt="3"/>
      <dgm:spPr/>
    </dgm:pt>
    <dgm:pt modelId="{C3EFEA91-1745-459E-B21C-6A42F56EABC2}" type="pres">
      <dgm:prSet presAssocID="{2184A9E7-A8CB-4CCA-8B4E-A47515C874F5}" presName="node" presStyleLbl="node1" presStyleIdx="2" presStyleCnt="4">
        <dgm:presLayoutVars>
          <dgm:bulletEnabled val="1"/>
        </dgm:presLayoutVars>
      </dgm:prSet>
      <dgm:spPr/>
    </dgm:pt>
    <dgm:pt modelId="{97A0B47A-363D-4693-A510-1C1315F04816}" type="pres">
      <dgm:prSet presAssocID="{45FF0E1D-8380-4B03-8003-25A3CFD8DC7A}" presName="sibTrans" presStyleLbl="sibTrans2D1" presStyleIdx="2" presStyleCnt="3"/>
      <dgm:spPr/>
    </dgm:pt>
    <dgm:pt modelId="{0DFE3753-DBDE-49BD-9209-E37269E791A4}" type="pres">
      <dgm:prSet presAssocID="{45FF0E1D-8380-4B03-8003-25A3CFD8DC7A}" presName="connectorText" presStyleLbl="sibTrans2D1" presStyleIdx="2" presStyleCnt="3"/>
      <dgm:spPr/>
    </dgm:pt>
    <dgm:pt modelId="{C5859301-A5F5-4FB5-85B6-0EF20241455B}" type="pres">
      <dgm:prSet presAssocID="{59ADA724-D968-4AD9-86C5-3106E94A6CAB}" presName="node" presStyleLbl="node1" presStyleIdx="3" presStyleCnt="4">
        <dgm:presLayoutVars>
          <dgm:bulletEnabled val="1"/>
        </dgm:presLayoutVars>
      </dgm:prSet>
      <dgm:spPr/>
    </dgm:pt>
  </dgm:ptLst>
  <dgm:cxnLst>
    <dgm:cxn modelId="{585BCC00-0494-42F8-BC42-B3573D735CDF}" type="presOf" srcId="{D7E8AA67-A526-474A-A625-BB59F2091E54}" destId="{735D54BB-E38E-459F-96E6-9C88850A815A}" srcOrd="1" destOrd="0" presId="urn:microsoft.com/office/officeart/2005/8/layout/process2"/>
    <dgm:cxn modelId="{87E7F028-B5B9-46E9-9B7A-D51901C35624}" type="presOf" srcId="{59ADA724-D968-4AD9-86C5-3106E94A6CAB}" destId="{C5859301-A5F5-4FB5-85B6-0EF20241455B}" srcOrd="0" destOrd="0" presId="urn:microsoft.com/office/officeart/2005/8/layout/process2"/>
    <dgm:cxn modelId="{AD083C31-E37B-45E5-9529-AB12BD0D0428}" srcId="{7ED130A7-1275-47A6-AA39-0F1DB6EDA0B5}" destId="{6135FC9E-C2D2-4CB2-A24A-FA60674E1784}" srcOrd="0" destOrd="0" parTransId="{31D8E20B-8DCF-498C-95F2-B63578730B4B}" sibTransId="{D7E8AA67-A526-474A-A625-BB59F2091E54}"/>
    <dgm:cxn modelId="{E45CEC45-EB08-422D-8980-F8654D3632E7}" srcId="{7ED130A7-1275-47A6-AA39-0F1DB6EDA0B5}" destId="{2184A9E7-A8CB-4CCA-8B4E-A47515C874F5}" srcOrd="2" destOrd="0" parTransId="{24D61674-E84C-4D13-84E3-4132BFAB0087}" sibTransId="{45FF0E1D-8380-4B03-8003-25A3CFD8DC7A}"/>
    <dgm:cxn modelId="{50097277-FE6E-47B8-BE8F-D0FF6BC9FEC9}" srcId="{7ED130A7-1275-47A6-AA39-0F1DB6EDA0B5}" destId="{3780497F-8E79-400A-955C-2879BC17B778}" srcOrd="1" destOrd="0" parTransId="{D6AD051A-8BB3-4A2B-86C2-2A4C73B90CA3}" sibTransId="{08C73B3F-C17B-4E49-839E-56A0601E1582}"/>
    <dgm:cxn modelId="{6D0D8CA0-D5DE-4AE3-8781-2AD5076FE895}" type="presOf" srcId="{6135FC9E-C2D2-4CB2-A24A-FA60674E1784}" destId="{30176807-BB9E-4196-9A2A-AF8CED79E821}" srcOrd="0" destOrd="0" presId="urn:microsoft.com/office/officeart/2005/8/layout/process2"/>
    <dgm:cxn modelId="{659975A7-C0F5-4915-A9BD-34E18A2A7884}" type="presOf" srcId="{3780497F-8E79-400A-955C-2879BC17B778}" destId="{59D554AF-C7F4-46C7-9701-17C480C1ED6B}" srcOrd="0" destOrd="0" presId="urn:microsoft.com/office/officeart/2005/8/layout/process2"/>
    <dgm:cxn modelId="{D26A46AD-9AA8-4A3E-B0D2-7C9B84AF59FA}" type="presOf" srcId="{45FF0E1D-8380-4B03-8003-25A3CFD8DC7A}" destId="{97A0B47A-363D-4693-A510-1C1315F04816}" srcOrd="0" destOrd="0" presId="urn:microsoft.com/office/officeart/2005/8/layout/process2"/>
    <dgm:cxn modelId="{403A26C7-80C2-42B3-9059-5F0DE9BB3124}" type="presOf" srcId="{45FF0E1D-8380-4B03-8003-25A3CFD8DC7A}" destId="{0DFE3753-DBDE-49BD-9209-E37269E791A4}" srcOrd="1" destOrd="0" presId="urn:microsoft.com/office/officeart/2005/8/layout/process2"/>
    <dgm:cxn modelId="{2DFE94CB-D10F-43AC-AEE9-3250AD0C4527}" type="presOf" srcId="{2184A9E7-A8CB-4CCA-8B4E-A47515C874F5}" destId="{C3EFEA91-1745-459E-B21C-6A42F56EABC2}" srcOrd="0" destOrd="0" presId="urn:microsoft.com/office/officeart/2005/8/layout/process2"/>
    <dgm:cxn modelId="{2830D8D0-B438-48C5-9BBF-3DD4B992938C}" type="presOf" srcId="{D7E8AA67-A526-474A-A625-BB59F2091E54}" destId="{DF376551-937D-4144-A88E-95D2C322BF48}" srcOrd="0" destOrd="0" presId="urn:microsoft.com/office/officeart/2005/8/layout/process2"/>
    <dgm:cxn modelId="{B65C15EA-2425-4434-A359-B4503A691AA9}" type="presOf" srcId="{7ED130A7-1275-47A6-AA39-0F1DB6EDA0B5}" destId="{052183AC-A2BE-40E0-B3FE-3D716C232BC4}" srcOrd="0" destOrd="0" presId="urn:microsoft.com/office/officeart/2005/8/layout/process2"/>
    <dgm:cxn modelId="{8C97A8EC-2D92-4A1C-9399-F8B58919DBF6}" type="presOf" srcId="{08C73B3F-C17B-4E49-839E-56A0601E1582}" destId="{D7D14620-D4E4-49A3-B358-DB13CFD3FB15}" srcOrd="0" destOrd="0" presId="urn:microsoft.com/office/officeart/2005/8/layout/process2"/>
    <dgm:cxn modelId="{179869F2-98FD-4A3D-A895-01A0460FD717}" srcId="{7ED130A7-1275-47A6-AA39-0F1DB6EDA0B5}" destId="{59ADA724-D968-4AD9-86C5-3106E94A6CAB}" srcOrd="3" destOrd="0" parTransId="{4C78767E-8533-46EF-B432-5FCFF56D8316}" sibTransId="{241005DA-C87D-46DF-BE99-18F431B71663}"/>
    <dgm:cxn modelId="{C6B043FD-B9AC-4B29-89F0-E56E68C357B4}" type="presOf" srcId="{08C73B3F-C17B-4E49-839E-56A0601E1582}" destId="{A71B9B6A-0445-439E-9329-C9C524DB9A20}" srcOrd="1" destOrd="0" presId="urn:microsoft.com/office/officeart/2005/8/layout/process2"/>
    <dgm:cxn modelId="{15603AF4-CABE-4F1C-920E-76DA3DADC22D}" type="presParOf" srcId="{052183AC-A2BE-40E0-B3FE-3D716C232BC4}" destId="{30176807-BB9E-4196-9A2A-AF8CED79E821}" srcOrd="0" destOrd="0" presId="urn:microsoft.com/office/officeart/2005/8/layout/process2"/>
    <dgm:cxn modelId="{0FC7E8EE-D7F5-4A0F-9FA9-78E518BD6A1D}" type="presParOf" srcId="{052183AC-A2BE-40E0-B3FE-3D716C232BC4}" destId="{DF376551-937D-4144-A88E-95D2C322BF48}" srcOrd="1" destOrd="0" presId="urn:microsoft.com/office/officeart/2005/8/layout/process2"/>
    <dgm:cxn modelId="{CB599E7F-D5C2-43F6-B332-395750E20664}" type="presParOf" srcId="{DF376551-937D-4144-A88E-95D2C322BF48}" destId="{735D54BB-E38E-459F-96E6-9C88850A815A}" srcOrd="0" destOrd="0" presId="urn:microsoft.com/office/officeart/2005/8/layout/process2"/>
    <dgm:cxn modelId="{F3783C87-3307-41E4-8FA4-CAC0515E7910}" type="presParOf" srcId="{052183AC-A2BE-40E0-B3FE-3D716C232BC4}" destId="{59D554AF-C7F4-46C7-9701-17C480C1ED6B}" srcOrd="2" destOrd="0" presId="urn:microsoft.com/office/officeart/2005/8/layout/process2"/>
    <dgm:cxn modelId="{FBDC4232-76A7-4641-AA72-032DFCD6A587}" type="presParOf" srcId="{052183AC-A2BE-40E0-B3FE-3D716C232BC4}" destId="{D7D14620-D4E4-49A3-B358-DB13CFD3FB15}" srcOrd="3" destOrd="0" presId="urn:microsoft.com/office/officeart/2005/8/layout/process2"/>
    <dgm:cxn modelId="{DDD2451D-9001-404C-BF0A-C47078EBAFDE}" type="presParOf" srcId="{D7D14620-D4E4-49A3-B358-DB13CFD3FB15}" destId="{A71B9B6A-0445-439E-9329-C9C524DB9A20}" srcOrd="0" destOrd="0" presId="urn:microsoft.com/office/officeart/2005/8/layout/process2"/>
    <dgm:cxn modelId="{65649A61-63DF-4DE3-A995-2A836BDE4D23}" type="presParOf" srcId="{052183AC-A2BE-40E0-B3FE-3D716C232BC4}" destId="{C3EFEA91-1745-459E-B21C-6A42F56EABC2}" srcOrd="4" destOrd="0" presId="urn:microsoft.com/office/officeart/2005/8/layout/process2"/>
    <dgm:cxn modelId="{23FCF1F2-2138-422F-8494-DE624ABBEABF}" type="presParOf" srcId="{052183AC-A2BE-40E0-B3FE-3D716C232BC4}" destId="{97A0B47A-363D-4693-A510-1C1315F04816}" srcOrd="5" destOrd="0" presId="urn:microsoft.com/office/officeart/2005/8/layout/process2"/>
    <dgm:cxn modelId="{5A9CA688-2AF6-4713-8F0A-29694AB7FABD}" type="presParOf" srcId="{97A0B47A-363D-4693-A510-1C1315F04816}" destId="{0DFE3753-DBDE-49BD-9209-E37269E791A4}" srcOrd="0" destOrd="0" presId="urn:microsoft.com/office/officeart/2005/8/layout/process2"/>
    <dgm:cxn modelId="{56D52205-8B67-4F60-B9BD-F634242ADFC9}" type="presParOf" srcId="{052183AC-A2BE-40E0-B3FE-3D716C232BC4}" destId="{C5859301-A5F5-4FB5-85B6-0EF20241455B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8FEBD6A5-E53A-4695-9D7F-9CD087D9F532}" type="doc">
      <dgm:prSet loTypeId="urn:microsoft.com/office/officeart/2005/8/layout/process2" loCatId="process" qsTypeId="urn:microsoft.com/office/officeart/2005/8/quickstyle/simple1#19" qsCatId="simple" csTypeId="urn:microsoft.com/office/officeart/2005/8/colors/accent1_2#19" csCatId="accent1" phldr="1"/>
      <dgm:spPr/>
      <dgm:t>
        <a:bodyPr/>
        <a:lstStyle/>
        <a:p>
          <a:endParaRPr lang="en-US"/>
        </a:p>
      </dgm:t>
    </dgm:pt>
    <dgm:pt modelId="{E3DA7686-711D-4746-A1D3-ACF3C7627462}">
      <dgm:prSet phldrT="[Text]"/>
      <dgm:spPr/>
      <dgm:t>
        <a:bodyPr/>
        <a:lstStyle/>
        <a:p>
          <a:pPr>
            <a:buNone/>
          </a:pPr>
          <a:r>
            <a:rPr lang="en-US" dirty="0"/>
            <a:t>Arduino IDE </a:t>
          </a:r>
        </a:p>
      </dgm:t>
    </dgm:pt>
    <dgm:pt modelId="{608CACD3-7920-4284-A7FB-B8A4125A4A1E}" type="parTrans" cxnId="{9914BAED-5260-4CF1-8BC5-BFC3BA220EC2}">
      <dgm:prSet/>
      <dgm:spPr/>
      <dgm:t>
        <a:bodyPr/>
        <a:lstStyle/>
        <a:p>
          <a:endParaRPr lang="en-US"/>
        </a:p>
      </dgm:t>
    </dgm:pt>
    <dgm:pt modelId="{216DDC58-A0EB-416C-9904-148C879E9FEA}" type="sibTrans" cxnId="{9914BAED-5260-4CF1-8BC5-BFC3BA220EC2}">
      <dgm:prSet/>
      <dgm:spPr/>
      <dgm:t>
        <a:bodyPr/>
        <a:lstStyle/>
        <a:p>
          <a:endParaRPr lang="en-US"/>
        </a:p>
      </dgm:t>
    </dgm:pt>
    <dgm:pt modelId="{017EC2A4-9059-407C-8089-814EEA32F58D}">
      <dgm:prSet phldrT="[Text]"/>
      <dgm:spPr/>
      <dgm:t>
        <a:bodyPr/>
        <a:lstStyle/>
        <a:p>
          <a:pPr>
            <a:buNone/>
          </a:pPr>
          <a:r>
            <a:rPr lang="en-US" dirty="0"/>
            <a:t>Compile</a:t>
          </a:r>
        </a:p>
      </dgm:t>
    </dgm:pt>
    <dgm:pt modelId="{D0F53D61-3501-40B5-8A1F-244173BDA704}" type="parTrans" cxnId="{547AC131-47C3-43C5-A14E-1E80E1FA6F8E}">
      <dgm:prSet/>
      <dgm:spPr/>
      <dgm:t>
        <a:bodyPr/>
        <a:lstStyle/>
        <a:p>
          <a:endParaRPr lang="en-US"/>
        </a:p>
      </dgm:t>
    </dgm:pt>
    <dgm:pt modelId="{C0BC687E-08B6-4BFE-A9FB-8CAFF395874C}" type="sibTrans" cxnId="{547AC131-47C3-43C5-A14E-1E80E1FA6F8E}">
      <dgm:prSet/>
      <dgm:spPr/>
      <dgm:t>
        <a:bodyPr/>
        <a:lstStyle/>
        <a:p>
          <a:endParaRPr lang="en-US"/>
        </a:p>
      </dgm:t>
    </dgm:pt>
    <dgm:pt modelId="{81340E47-2653-422F-BCE1-8101C1EDBD68}">
      <dgm:prSet phldrT="[Text]"/>
      <dgm:spPr/>
      <dgm:t>
        <a:bodyPr/>
        <a:lstStyle/>
        <a:p>
          <a:pPr>
            <a:buNone/>
          </a:pPr>
          <a:r>
            <a:rPr lang="en-US" dirty="0"/>
            <a:t>.bin </a:t>
          </a:r>
        </a:p>
      </dgm:t>
    </dgm:pt>
    <dgm:pt modelId="{B56B54AC-0EB2-4678-B6CC-92DBEBA1D3D3}" type="parTrans" cxnId="{D64BA802-D73B-48BF-BB21-5D609BEDB56F}">
      <dgm:prSet/>
      <dgm:spPr/>
      <dgm:t>
        <a:bodyPr/>
        <a:lstStyle/>
        <a:p>
          <a:endParaRPr lang="en-US"/>
        </a:p>
      </dgm:t>
    </dgm:pt>
    <dgm:pt modelId="{DCF85B30-2497-427D-8614-6F1399FD8FA8}" type="sibTrans" cxnId="{D64BA802-D73B-48BF-BB21-5D609BEDB56F}">
      <dgm:prSet/>
      <dgm:spPr/>
      <dgm:t>
        <a:bodyPr/>
        <a:lstStyle/>
        <a:p>
          <a:endParaRPr lang="en-US"/>
        </a:p>
      </dgm:t>
    </dgm:pt>
    <dgm:pt modelId="{DB16D1C4-DBE7-4311-B924-73539219AEED}">
      <dgm:prSet phldrT="[Text]"/>
      <dgm:spPr/>
      <dgm:t>
        <a:bodyPr/>
        <a:lstStyle/>
        <a:p>
          <a:pPr>
            <a:buNone/>
          </a:pPr>
          <a:r>
            <a:rPr lang="en-US" dirty="0"/>
            <a:t>Browser</a:t>
          </a:r>
        </a:p>
      </dgm:t>
    </dgm:pt>
    <dgm:pt modelId="{2544C06E-95E3-4368-B678-329F5DF7D100}" type="parTrans" cxnId="{5ACECA03-C6CD-42DE-A2DD-E3AED1BDB350}">
      <dgm:prSet/>
      <dgm:spPr/>
      <dgm:t>
        <a:bodyPr/>
        <a:lstStyle/>
        <a:p>
          <a:endParaRPr lang="en-US"/>
        </a:p>
      </dgm:t>
    </dgm:pt>
    <dgm:pt modelId="{14DDFC65-3BD3-46FA-A838-A8A839EDCB0E}" type="sibTrans" cxnId="{5ACECA03-C6CD-42DE-A2DD-E3AED1BDB350}">
      <dgm:prSet/>
      <dgm:spPr/>
      <dgm:t>
        <a:bodyPr/>
        <a:lstStyle/>
        <a:p>
          <a:endParaRPr lang="en-US"/>
        </a:p>
      </dgm:t>
    </dgm:pt>
    <dgm:pt modelId="{B5B863B0-F9E2-4233-8D0A-E929B5691FB0}">
      <dgm:prSet phldrT="[Text]"/>
      <dgm:spPr/>
      <dgm:t>
        <a:bodyPr/>
        <a:lstStyle/>
        <a:p>
          <a:pPr>
            <a:buNone/>
          </a:pPr>
          <a:r>
            <a:rPr lang="en-US" dirty="0"/>
            <a:t>Upload Firmware </a:t>
          </a:r>
        </a:p>
      </dgm:t>
    </dgm:pt>
    <dgm:pt modelId="{C72CCA3F-AAF8-4C9B-890E-8C2D865B5D60}" type="parTrans" cxnId="{D544FDFE-26A3-4159-9078-C8E6AD7DEE0A}">
      <dgm:prSet/>
      <dgm:spPr/>
      <dgm:t>
        <a:bodyPr/>
        <a:lstStyle/>
        <a:p>
          <a:endParaRPr lang="en-US"/>
        </a:p>
      </dgm:t>
    </dgm:pt>
    <dgm:pt modelId="{06944E38-2058-48F5-8563-6CCD7BBEA479}" type="sibTrans" cxnId="{D544FDFE-26A3-4159-9078-C8E6AD7DEE0A}">
      <dgm:prSet/>
      <dgm:spPr/>
      <dgm:t>
        <a:bodyPr/>
        <a:lstStyle/>
        <a:p>
          <a:endParaRPr lang="en-US"/>
        </a:p>
      </dgm:t>
    </dgm:pt>
    <dgm:pt modelId="{C60BDFBA-3AE1-4836-B6FE-548876D5E722}">
      <dgm:prSet phldrT="[Text]"/>
      <dgm:spPr/>
      <dgm:t>
        <a:bodyPr/>
        <a:lstStyle/>
        <a:p>
          <a:pPr>
            <a:buNone/>
          </a:pPr>
          <a:r>
            <a:rPr lang="en-US" dirty="0"/>
            <a:t>100% </a:t>
          </a:r>
        </a:p>
      </dgm:t>
    </dgm:pt>
    <dgm:pt modelId="{A6B9B07D-73A5-48D0-B95D-F37BD66D3F34}" type="parTrans" cxnId="{43429104-3471-4465-843B-3DD37B2B5C48}">
      <dgm:prSet/>
      <dgm:spPr/>
      <dgm:t>
        <a:bodyPr/>
        <a:lstStyle/>
        <a:p>
          <a:endParaRPr lang="en-US"/>
        </a:p>
      </dgm:t>
    </dgm:pt>
    <dgm:pt modelId="{4236D49E-527A-49F7-86F3-28DAB5704CA5}" type="sibTrans" cxnId="{43429104-3471-4465-843B-3DD37B2B5C48}">
      <dgm:prSet/>
      <dgm:spPr/>
      <dgm:t>
        <a:bodyPr/>
        <a:lstStyle/>
        <a:p>
          <a:endParaRPr lang="en-US"/>
        </a:p>
      </dgm:t>
    </dgm:pt>
    <dgm:pt modelId="{1A752ECF-BBCD-4CC6-A0BD-7B7EFCEE7B98}">
      <dgm:prSet phldrT="[Text]"/>
      <dgm:spPr/>
      <dgm:t>
        <a:bodyPr/>
        <a:lstStyle/>
        <a:p>
          <a:pPr>
            <a:buNone/>
          </a:pPr>
          <a:r>
            <a:rPr lang="en-US" dirty="0" err="1"/>
            <a:t>ESP32</a:t>
          </a:r>
          <a:r>
            <a:rPr lang="en-US" dirty="0"/>
            <a:t> Restart</a:t>
          </a:r>
        </a:p>
      </dgm:t>
    </dgm:pt>
    <dgm:pt modelId="{4E5C9F67-1366-443B-846F-5B9981108A04}" type="parTrans" cxnId="{A8FB2F1D-F189-4E90-9BE0-F274F1D93979}">
      <dgm:prSet/>
      <dgm:spPr/>
      <dgm:t>
        <a:bodyPr/>
        <a:lstStyle/>
        <a:p>
          <a:endParaRPr lang="en-US"/>
        </a:p>
      </dgm:t>
    </dgm:pt>
    <dgm:pt modelId="{4A1D22AA-FBD3-453F-9A7D-7AC7EA2A1856}" type="sibTrans" cxnId="{A8FB2F1D-F189-4E90-9BE0-F274F1D93979}">
      <dgm:prSet/>
      <dgm:spPr/>
      <dgm:t>
        <a:bodyPr/>
        <a:lstStyle/>
        <a:p>
          <a:endParaRPr lang="en-US"/>
        </a:p>
      </dgm:t>
    </dgm:pt>
    <dgm:pt modelId="{3709FB28-78F2-45CB-AFAB-F8B7D85BE6AD}" type="pres">
      <dgm:prSet presAssocID="{8FEBD6A5-E53A-4695-9D7F-9CD087D9F532}" presName="linearFlow" presStyleCnt="0">
        <dgm:presLayoutVars>
          <dgm:resizeHandles val="exact"/>
        </dgm:presLayoutVars>
      </dgm:prSet>
      <dgm:spPr/>
    </dgm:pt>
    <dgm:pt modelId="{DE3A2802-C78D-42A0-AC0B-EB1158ACBEC3}" type="pres">
      <dgm:prSet presAssocID="{E3DA7686-711D-4746-A1D3-ACF3C7627462}" presName="node" presStyleLbl="node1" presStyleIdx="0" presStyleCnt="7">
        <dgm:presLayoutVars>
          <dgm:bulletEnabled val="1"/>
        </dgm:presLayoutVars>
      </dgm:prSet>
      <dgm:spPr/>
    </dgm:pt>
    <dgm:pt modelId="{8CFBE17B-871F-4923-8F61-77B4648C6E82}" type="pres">
      <dgm:prSet presAssocID="{216DDC58-A0EB-416C-9904-148C879E9FEA}" presName="sibTrans" presStyleLbl="sibTrans2D1" presStyleIdx="0" presStyleCnt="6"/>
      <dgm:spPr/>
    </dgm:pt>
    <dgm:pt modelId="{E9E9A3E6-7DC8-473D-826B-6A46D7B584B7}" type="pres">
      <dgm:prSet presAssocID="{216DDC58-A0EB-416C-9904-148C879E9FEA}" presName="connectorText" presStyleLbl="sibTrans2D1" presStyleIdx="0" presStyleCnt="6"/>
      <dgm:spPr/>
    </dgm:pt>
    <dgm:pt modelId="{2AE07CE0-46AF-429A-97F6-6825E72C3FD9}" type="pres">
      <dgm:prSet presAssocID="{017EC2A4-9059-407C-8089-814EEA32F58D}" presName="node" presStyleLbl="node1" presStyleIdx="1" presStyleCnt="7">
        <dgm:presLayoutVars>
          <dgm:bulletEnabled val="1"/>
        </dgm:presLayoutVars>
      </dgm:prSet>
      <dgm:spPr/>
    </dgm:pt>
    <dgm:pt modelId="{1CB97A77-81FC-467A-AA6A-2D4EDB03A106}" type="pres">
      <dgm:prSet presAssocID="{C0BC687E-08B6-4BFE-A9FB-8CAFF395874C}" presName="sibTrans" presStyleLbl="sibTrans2D1" presStyleIdx="1" presStyleCnt="6"/>
      <dgm:spPr/>
    </dgm:pt>
    <dgm:pt modelId="{38201F1E-D41D-4A5A-B95A-96D057A78820}" type="pres">
      <dgm:prSet presAssocID="{C0BC687E-08B6-4BFE-A9FB-8CAFF395874C}" presName="connectorText" presStyleLbl="sibTrans2D1" presStyleIdx="1" presStyleCnt="6"/>
      <dgm:spPr/>
    </dgm:pt>
    <dgm:pt modelId="{897C324C-9F55-4D93-98F2-6B2B41026513}" type="pres">
      <dgm:prSet presAssocID="{81340E47-2653-422F-BCE1-8101C1EDBD68}" presName="node" presStyleLbl="node1" presStyleIdx="2" presStyleCnt="7">
        <dgm:presLayoutVars>
          <dgm:bulletEnabled val="1"/>
        </dgm:presLayoutVars>
      </dgm:prSet>
      <dgm:spPr/>
    </dgm:pt>
    <dgm:pt modelId="{723C7EAF-B95F-49DA-BA35-8B9E227E659C}" type="pres">
      <dgm:prSet presAssocID="{DCF85B30-2497-427D-8614-6F1399FD8FA8}" presName="sibTrans" presStyleLbl="sibTrans2D1" presStyleIdx="2" presStyleCnt="6"/>
      <dgm:spPr/>
    </dgm:pt>
    <dgm:pt modelId="{8FC9E853-9CE4-45E0-B978-E2048A57C534}" type="pres">
      <dgm:prSet presAssocID="{DCF85B30-2497-427D-8614-6F1399FD8FA8}" presName="connectorText" presStyleLbl="sibTrans2D1" presStyleIdx="2" presStyleCnt="6"/>
      <dgm:spPr/>
    </dgm:pt>
    <dgm:pt modelId="{B753D9E7-5CAE-4529-9BD5-9925576CCB4F}" type="pres">
      <dgm:prSet presAssocID="{DB16D1C4-DBE7-4311-B924-73539219AEED}" presName="node" presStyleLbl="node1" presStyleIdx="3" presStyleCnt="7">
        <dgm:presLayoutVars>
          <dgm:bulletEnabled val="1"/>
        </dgm:presLayoutVars>
      </dgm:prSet>
      <dgm:spPr/>
    </dgm:pt>
    <dgm:pt modelId="{65441083-97EC-4B43-8FE9-B953BEE7288C}" type="pres">
      <dgm:prSet presAssocID="{14DDFC65-3BD3-46FA-A838-A8A839EDCB0E}" presName="sibTrans" presStyleLbl="sibTrans2D1" presStyleIdx="3" presStyleCnt="6"/>
      <dgm:spPr/>
    </dgm:pt>
    <dgm:pt modelId="{066B63F5-F4E4-4923-B3FA-5CE64193518F}" type="pres">
      <dgm:prSet presAssocID="{14DDFC65-3BD3-46FA-A838-A8A839EDCB0E}" presName="connectorText" presStyleLbl="sibTrans2D1" presStyleIdx="3" presStyleCnt="6"/>
      <dgm:spPr/>
    </dgm:pt>
    <dgm:pt modelId="{64665F52-9E1A-4A37-BD32-667171111270}" type="pres">
      <dgm:prSet presAssocID="{B5B863B0-F9E2-4233-8D0A-E929B5691FB0}" presName="node" presStyleLbl="node1" presStyleIdx="4" presStyleCnt="7">
        <dgm:presLayoutVars>
          <dgm:bulletEnabled val="1"/>
        </dgm:presLayoutVars>
      </dgm:prSet>
      <dgm:spPr/>
    </dgm:pt>
    <dgm:pt modelId="{F908EA70-3D27-424C-8432-A189BCE56C85}" type="pres">
      <dgm:prSet presAssocID="{06944E38-2058-48F5-8563-6CCD7BBEA479}" presName="sibTrans" presStyleLbl="sibTrans2D1" presStyleIdx="4" presStyleCnt="6"/>
      <dgm:spPr/>
    </dgm:pt>
    <dgm:pt modelId="{A7CCAF00-9F3E-43F3-BAD6-4CE3E76FB1F3}" type="pres">
      <dgm:prSet presAssocID="{06944E38-2058-48F5-8563-6CCD7BBEA479}" presName="connectorText" presStyleLbl="sibTrans2D1" presStyleIdx="4" presStyleCnt="6"/>
      <dgm:spPr/>
    </dgm:pt>
    <dgm:pt modelId="{4133A16B-5448-458D-BCCC-B1053856F8D2}" type="pres">
      <dgm:prSet presAssocID="{C60BDFBA-3AE1-4836-B6FE-548876D5E722}" presName="node" presStyleLbl="node1" presStyleIdx="5" presStyleCnt="7">
        <dgm:presLayoutVars>
          <dgm:bulletEnabled val="1"/>
        </dgm:presLayoutVars>
      </dgm:prSet>
      <dgm:spPr/>
    </dgm:pt>
    <dgm:pt modelId="{757F894B-C285-43FC-BBE3-14AFE9E1EFF9}" type="pres">
      <dgm:prSet presAssocID="{4236D49E-527A-49F7-86F3-28DAB5704CA5}" presName="sibTrans" presStyleLbl="sibTrans2D1" presStyleIdx="5" presStyleCnt="6"/>
      <dgm:spPr/>
    </dgm:pt>
    <dgm:pt modelId="{18E35C72-BE33-4805-BDF1-899BA3AB61A5}" type="pres">
      <dgm:prSet presAssocID="{4236D49E-527A-49F7-86F3-28DAB5704CA5}" presName="connectorText" presStyleLbl="sibTrans2D1" presStyleIdx="5" presStyleCnt="6"/>
      <dgm:spPr/>
    </dgm:pt>
    <dgm:pt modelId="{B736FD14-6FEB-42CA-9604-14C2420483A2}" type="pres">
      <dgm:prSet presAssocID="{1A752ECF-BBCD-4CC6-A0BD-7B7EFCEE7B98}" presName="node" presStyleLbl="node1" presStyleIdx="6" presStyleCnt="7">
        <dgm:presLayoutVars>
          <dgm:bulletEnabled val="1"/>
        </dgm:presLayoutVars>
      </dgm:prSet>
      <dgm:spPr/>
    </dgm:pt>
  </dgm:ptLst>
  <dgm:cxnLst>
    <dgm:cxn modelId="{D64BA802-D73B-48BF-BB21-5D609BEDB56F}" srcId="{8FEBD6A5-E53A-4695-9D7F-9CD087D9F532}" destId="{81340E47-2653-422F-BCE1-8101C1EDBD68}" srcOrd="2" destOrd="0" parTransId="{B56B54AC-0EB2-4678-B6CC-92DBEBA1D3D3}" sibTransId="{DCF85B30-2497-427D-8614-6F1399FD8FA8}"/>
    <dgm:cxn modelId="{23AE2503-8C45-4C07-B8CA-D3CF556D4700}" type="presOf" srcId="{4236D49E-527A-49F7-86F3-28DAB5704CA5}" destId="{757F894B-C285-43FC-BBE3-14AFE9E1EFF9}" srcOrd="0" destOrd="0" presId="urn:microsoft.com/office/officeart/2005/8/layout/process2"/>
    <dgm:cxn modelId="{5ACECA03-C6CD-42DE-A2DD-E3AED1BDB350}" srcId="{8FEBD6A5-E53A-4695-9D7F-9CD087D9F532}" destId="{DB16D1C4-DBE7-4311-B924-73539219AEED}" srcOrd="3" destOrd="0" parTransId="{2544C06E-95E3-4368-B678-329F5DF7D100}" sibTransId="{14DDFC65-3BD3-46FA-A838-A8A839EDCB0E}"/>
    <dgm:cxn modelId="{43429104-3471-4465-843B-3DD37B2B5C48}" srcId="{8FEBD6A5-E53A-4695-9D7F-9CD087D9F532}" destId="{C60BDFBA-3AE1-4836-B6FE-548876D5E722}" srcOrd="5" destOrd="0" parTransId="{A6B9B07D-73A5-48D0-B95D-F37BD66D3F34}" sibTransId="{4236D49E-527A-49F7-86F3-28DAB5704CA5}"/>
    <dgm:cxn modelId="{A8FB2F1D-F189-4E90-9BE0-F274F1D93979}" srcId="{8FEBD6A5-E53A-4695-9D7F-9CD087D9F532}" destId="{1A752ECF-BBCD-4CC6-A0BD-7B7EFCEE7B98}" srcOrd="6" destOrd="0" parTransId="{4E5C9F67-1366-443B-846F-5B9981108A04}" sibTransId="{4A1D22AA-FBD3-453F-9A7D-7AC7EA2A1856}"/>
    <dgm:cxn modelId="{2D9BEE1E-9284-4ECE-888D-3D2AF3A2C695}" type="presOf" srcId="{8FEBD6A5-E53A-4695-9D7F-9CD087D9F532}" destId="{3709FB28-78F2-45CB-AFAB-F8B7D85BE6AD}" srcOrd="0" destOrd="0" presId="urn:microsoft.com/office/officeart/2005/8/layout/process2"/>
    <dgm:cxn modelId="{547AC131-47C3-43C5-A14E-1E80E1FA6F8E}" srcId="{8FEBD6A5-E53A-4695-9D7F-9CD087D9F532}" destId="{017EC2A4-9059-407C-8089-814EEA32F58D}" srcOrd="1" destOrd="0" parTransId="{D0F53D61-3501-40B5-8A1F-244173BDA704}" sibTransId="{C0BC687E-08B6-4BFE-A9FB-8CAFF395874C}"/>
    <dgm:cxn modelId="{867F4963-2815-41AB-9484-E68BE9E66347}" type="presOf" srcId="{C0BC687E-08B6-4BFE-A9FB-8CAFF395874C}" destId="{38201F1E-D41D-4A5A-B95A-96D057A78820}" srcOrd="1" destOrd="0" presId="urn:microsoft.com/office/officeart/2005/8/layout/process2"/>
    <dgm:cxn modelId="{17621165-5F21-4834-B64D-B9053A226140}" type="presOf" srcId="{1A752ECF-BBCD-4CC6-A0BD-7B7EFCEE7B98}" destId="{B736FD14-6FEB-42CA-9604-14C2420483A2}" srcOrd="0" destOrd="0" presId="urn:microsoft.com/office/officeart/2005/8/layout/process2"/>
    <dgm:cxn modelId="{012A2848-8C69-4671-A674-7D192435F79F}" type="presOf" srcId="{DCF85B30-2497-427D-8614-6F1399FD8FA8}" destId="{8FC9E853-9CE4-45E0-B978-E2048A57C534}" srcOrd="1" destOrd="0" presId="urn:microsoft.com/office/officeart/2005/8/layout/process2"/>
    <dgm:cxn modelId="{0016C948-51BD-416A-B0E6-A682551509F7}" type="presOf" srcId="{14DDFC65-3BD3-46FA-A838-A8A839EDCB0E}" destId="{066B63F5-F4E4-4923-B3FA-5CE64193518F}" srcOrd="1" destOrd="0" presId="urn:microsoft.com/office/officeart/2005/8/layout/process2"/>
    <dgm:cxn modelId="{265E224E-7DAF-4D66-B667-7051FF8BF184}" type="presOf" srcId="{C60BDFBA-3AE1-4836-B6FE-548876D5E722}" destId="{4133A16B-5448-458D-BCCC-B1053856F8D2}" srcOrd="0" destOrd="0" presId="urn:microsoft.com/office/officeart/2005/8/layout/process2"/>
    <dgm:cxn modelId="{0586A783-398B-4435-AFA7-D10CA0959A95}" type="presOf" srcId="{DCF85B30-2497-427D-8614-6F1399FD8FA8}" destId="{723C7EAF-B95F-49DA-BA35-8B9E227E659C}" srcOrd="0" destOrd="0" presId="urn:microsoft.com/office/officeart/2005/8/layout/process2"/>
    <dgm:cxn modelId="{D07A7193-AD7D-44D6-B832-C4B418AF7636}" type="presOf" srcId="{216DDC58-A0EB-416C-9904-148C879E9FEA}" destId="{8CFBE17B-871F-4923-8F61-77B4648C6E82}" srcOrd="0" destOrd="0" presId="urn:microsoft.com/office/officeart/2005/8/layout/process2"/>
    <dgm:cxn modelId="{8FFD549E-3793-4B29-82FD-9C70D6860956}" type="presOf" srcId="{B5B863B0-F9E2-4233-8D0A-E929B5691FB0}" destId="{64665F52-9E1A-4A37-BD32-667171111270}" srcOrd="0" destOrd="0" presId="urn:microsoft.com/office/officeart/2005/8/layout/process2"/>
    <dgm:cxn modelId="{C0F5099F-5CFA-45B5-8CD8-EF4FFCCF3956}" type="presOf" srcId="{81340E47-2653-422F-BCE1-8101C1EDBD68}" destId="{897C324C-9F55-4D93-98F2-6B2B41026513}" srcOrd="0" destOrd="0" presId="urn:microsoft.com/office/officeart/2005/8/layout/process2"/>
    <dgm:cxn modelId="{4FF2DBA0-BE68-42D2-B0A2-4757673D96E6}" type="presOf" srcId="{DB16D1C4-DBE7-4311-B924-73539219AEED}" destId="{B753D9E7-5CAE-4529-9BD5-9925576CCB4F}" srcOrd="0" destOrd="0" presId="urn:microsoft.com/office/officeart/2005/8/layout/process2"/>
    <dgm:cxn modelId="{FA250BA4-BD1E-48CD-86F5-750083258D9A}" type="presOf" srcId="{4236D49E-527A-49F7-86F3-28DAB5704CA5}" destId="{18E35C72-BE33-4805-BDF1-899BA3AB61A5}" srcOrd="1" destOrd="0" presId="urn:microsoft.com/office/officeart/2005/8/layout/process2"/>
    <dgm:cxn modelId="{0C576DB1-D694-411F-9203-15671EAD795F}" type="presOf" srcId="{E3DA7686-711D-4746-A1D3-ACF3C7627462}" destId="{DE3A2802-C78D-42A0-AC0B-EB1158ACBEC3}" srcOrd="0" destOrd="0" presId="urn:microsoft.com/office/officeart/2005/8/layout/process2"/>
    <dgm:cxn modelId="{E29431BA-2F2A-4E1B-94B2-8EB795E57FD4}" type="presOf" srcId="{14DDFC65-3BD3-46FA-A838-A8A839EDCB0E}" destId="{65441083-97EC-4B43-8FE9-B953BEE7288C}" srcOrd="0" destOrd="0" presId="urn:microsoft.com/office/officeart/2005/8/layout/process2"/>
    <dgm:cxn modelId="{DFBF4DBB-CA75-48A6-AB1E-C2453942E56F}" type="presOf" srcId="{216DDC58-A0EB-416C-9904-148C879E9FEA}" destId="{E9E9A3E6-7DC8-473D-826B-6A46D7B584B7}" srcOrd="1" destOrd="0" presId="urn:microsoft.com/office/officeart/2005/8/layout/process2"/>
    <dgm:cxn modelId="{8BDF9BBE-10A0-4E22-8083-3AE614EE45AE}" type="presOf" srcId="{017EC2A4-9059-407C-8089-814EEA32F58D}" destId="{2AE07CE0-46AF-429A-97F6-6825E72C3FD9}" srcOrd="0" destOrd="0" presId="urn:microsoft.com/office/officeart/2005/8/layout/process2"/>
    <dgm:cxn modelId="{955428D4-624E-4D69-9DEA-BC83659053CC}" type="presOf" srcId="{C0BC687E-08B6-4BFE-A9FB-8CAFF395874C}" destId="{1CB97A77-81FC-467A-AA6A-2D4EDB03A106}" srcOrd="0" destOrd="0" presId="urn:microsoft.com/office/officeart/2005/8/layout/process2"/>
    <dgm:cxn modelId="{3409DFE1-6B75-46E3-AABD-B38F64F29504}" type="presOf" srcId="{06944E38-2058-48F5-8563-6CCD7BBEA479}" destId="{F908EA70-3D27-424C-8432-A189BCE56C85}" srcOrd="0" destOrd="0" presId="urn:microsoft.com/office/officeart/2005/8/layout/process2"/>
    <dgm:cxn modelId="{52FF5EE4-1574-45B9-81FD-8B9D069FE63E}" type="presOf" srcId="{06944E38-2058-48F5-8563-6CCD7BBEA479}" destId="{A7CCAF00-9F3E-43F3-BAD6-4CE3E76FB1F3}" srcOrd="1" destOrd="0" presId="urn:microsoft.com/office/officeart/2005/8/layout/process2"/>
    <dgm:cxn modelId="{9914BAED-5260-4CF1-8BC5-BFC3BA220EC2}" srcId="{8FEBD6A5-E53A-4695-9D7F-9CD087D9F532}" destId="{E3DA7686-711D-4746-A1D3-ACF3C7627462}" srcOrd="0" destOrd="0" parTransId="{608CACD3-7920-4284-A7FB-B8A4125A4A1E}" sibTransId="{216DDC58-A0EB-416C-9904-148C879E9FEA}"/>
    <dgm:cxn modelId="{D544FDFE-26A3-4159-9078-C8E6AD7DEE0A}" srcId="{8FEBD6A5-E53A-4695-9D7F-9CD087D9F532}" destId="{B5B863B0-F9E2-4233-8D0A-E929B5691FB0}" srcOrd="4" destOrd="0" parTransId="{C72CCA3F-AAF8-4C9B-890E-8C2D865B5D60}" sibTransId="{06944E38-2058-48F5-8563-6CCD7BBEA479}"/>
    <dgm:cxn modelId="{9A612ABF-CEE9-42B6-BA28-DF5B7952B421}" type="presParOf" srcId="{3709FB28-78F2-45CB-AFAB-F8B7D85BE6AD}" destId="{DE3A2802-C78D-42A0-AC0B-EB1158ACBEC3}" srcOrd="0" destOrd="0" presId="urn:microsoft.com/office/officeart/2005/8/layout/process2"/>
    <dgm:cxn modelId="{8E487E1E-628E-4124-B15E-08A249B830C2}" type="presParOf" srcId="{3709FB28-78F2-45CB-AFAB-F8B7D85BE6AD}" destId="{8CFBE17B-871F-4923-8F61-77B4648C6E82}" srcOrd="1" destOrd="0" presId="urn:microsoft.com/office/officeart/2005/8/layout/process2"/>
    <dgm:cxn modelId="{97056158-6A11-4FB0-BBB0-F5193031C8FD}" type="presParOf" srcId="{8CFBE17B-871F-4923-8F61-77B4648C6E82}" destId="{E9E9A3E6-7DC8-473D-826B-6A46D7B584B7}" srcOrd="0" destOrd="0" presId="urn:microsoft.com/office/officeart/2005/8/layout/process2"/>
    <dgm:cxn modelId="{A1608987-C7A5-4750-8D86-F26F57812397}" type="presParOf" srcId="{3709FB28-78F2-45CB-AFAB-F8B7D85BE6AD}" destId="{2AE07CE0-46AF-429A-97F6-6825E72C3FD9}" srcOrd="2" destOrd="0" presId="urn:microsoft.com/office/officeart/2005/8/layout/process2"/>
    <dgm:cxn modelId="{7A2CD2EC-94B2-44A8-9827-A8BC265AD91F}" type="presParOf" srcId="{3709FB28-78F2-45CB-AFAB-F8B7D85BE6AD}" destId="{1CB97A77-81FC-467A-AA6A-2D4EDB03A106}" srcOrd="3" destOrd="0" presId="urn:microsoft.com/office/officeart/2005/8/layout/process2"/>
    <dgm:cxn modelId="{06B50F3A-9A9A-4D06-A8D3-262370F8FB07}" type="presParOf" srcId="{1CB97A77-81FC-467A-AA6A-2D4EDB03A106}" destId="{38201F1E-D41D-4A5A-B95A-96D057A78820}" srcOrd="0" destOrd="0" presId="urn:microsoft.com/office/officeart/2005/8/layout/process2"/>
    <dgm:cxn modelId="{77316818-163E-4E2B-82CC-8F47D2B1C2CA}" type="presParOf" srcId="{3709FB28-78F2-45CB-AFAB-F8B7D85BE6AD}" destId="{897C324C-9F55-4D93-98F2-6B2B41026513}" srcOrd="4" destOrd="0" presId="urn:microsoft.com/office/officeart/2005/8/layout/process2"/>
    <dgm:cxn modelId="{87CA9CD6-FE3F-48C5-8BCD-BB1377548846}" type="presParOf" srcId="{3709FB28-78F2-45CB-AFAB-F8B7D85BE6AD}" destId="{723C7EAF-B95F-49DA-BA35-8B9E227E659C}" srcOrd="5" destOrd="0" presId="urn:microsoft.com/office/officeart/2005/8/layout/process2"/>
    <dgm:cxn modelId="{0E144E5E-FAC1-4184-B24B-C329F58FE132}" type="presParOf" srcId="{723C7EAF-B95F-49DA-BA35-8B9E227E659C}" destId="{8FC9E853-9CE4-45E0-B978-E2048A57C534}" srcOrd="0" destOrd="0" presId="urn:microsoft.com/office/officeart/2005/8/layout/process2"/>
    <dgm:cxn modelId="{F57C7348-23F5-4017-A31B-455BD49400D8}" type="presParOf" srcId="{3709FB28-78F2-45CB-AFAB-F8B7D85BE6AD}" destId="{B753D9E7-5CAE-4529-9BD5-9925576CCB4F}" srcOrd="6" destOrd="0" presId="urn:microsoft.com/office/officeart/2005/8/layout/process2"/>
    <dgm:cxn modelId="{11EB6322-F973-49B2-8D0D-F392F8AE050B}" type="presParOf" srcId="{3709FB28-78F2-45CB-AFAB-F8B7D85BE6AD}" destId="{65441083-97EC-4B43-8FE9-B953BEE7288C}" srcOrd="7" destOrd="0" presId="urn:microsoft.com/office/officeart/2005/8/layout/process2"/>
    <dgm:cxn modelId="{397E343F-EB8E-40DE-A2EC-E025740EF665}" type="presParOf" srcId="{65441083-97EC-4B43-8FE9-B953BEE7288C}" destId="{066B63F5-F4E4-4923-B3FA-5CE64193518F}" srcOrd="0" destOrd="0" presId="urn:microsoft.com/office/officeart/2005/8/layout/process2"/>
    <dgm:cxn modelId="{B8105C09-EEF6-4861-A20D-04401D6EF436}" type="presParOf" srcId="{3709FB28-78F2-45CB-AFAB-F8B7D85BE6AD}" destId="{64665F52-9E1A-4A37-BD32-667171111270}" srcOrd="8" destOrd="0" presId="urn:microsoft.com/office/officeart/2005/8/layout/process2"/>
    <dgm:cxn modelId="{ADC17918-2FC9-4827-99C8-AD87EC47EA41}" type="presParOf" srcId="{3709FB28-78F2-45CB-AFAB-F8B7D85BE6AD}" destId="{F908EA70-3D27-424C-8432-A189BCE56C85}" srcOrd="9" destOrd="0" presId="urn:microsoft.com/office/officeart/2005/8/layout/process2"/>
    <dgm:cxn modelId="{C5C4289D-94B0-4E4A-AF69-6BED77AC6CEE}" type="presParOf" srcId="{F908EA70-3D27-424C-8432-A189BCE56C85}" destId="{A7CCAF00-9F3E-43F3-BAD6-4CE3E76FB1F3}" srcOrd="0" destOrd="0" presId="urn:microsoft.com/office/officeart/2005/8/layout/process2"/>
    <dgm:cxn modelId="{794D0A5F-3D0B-4140-A9A2-32EA22157ABA}" type="presParOf" srcId="{3709FB28-78F2-45CB-AFAB-F8B7D85BE6AD}" destId="{4133A16B-5448-458D-BCCC-B1053856F8D2}" srcOrd="10" destOrd="0" presId="urn:microsoft.com/office/officeart/2005/8/layout/process2"/>
    <dgm:cxn modelId="{C22B54DB-7376-4F44-B1B8-5E7D44140AE4}" type="presParOf" srcId="{3709FB28-78F2-45CB-AFAB-F8B7D85BE6AD}" destId="{757F894B-C285-43FC-BBE3-14AFE9E1EFF9}" srcOrd="11" destOrd="0" presId="urn:microsoft.com/office/officeart/2005/8/layout/process2"/>
    <dgm:cxn modelId="{E270B33F-E8AF-4743-A529-A80690F15B5D}" type="presParOf" srcId="{757F894B-C285-43FC-BBE3-14AFE9E1EFF9}" destId="{18E35C72-BE33-4805-BDF1-899BA3AB61A5}" srcOrd="0" destOrd="0" presId="urn:microsoft.com/office/officeart/2005/8/layout/process2"/>
    <dgm:cxn modelId="{9A5BA51B-AE03-4B2B-9877-43FE255AC6B1}" type="presParOf" srcId="{3709FB28-78F2-45CB-AFAB-F8B7D85BE6AD}" destId="{B736FD14-6FEB-42CA-9604-14C2420483A2}" srcOrd="12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E4FD56-2E12-460C-8FA4-24CD5A8AFDB0}">
      <dsp:nvSpPr>
        <dsp:cNvPr id="0" name=""/>
        <dsp:cNvSpPr/>
      </dsp:nvSpPr>
      <dsp:spPr>
        <a:xfrm>
          <a:off x="0" y="0"/>
          <a:ext cx="3200400" cy="6552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Project Idea and Objectives</a:t>
          </a:r>
        </a:p>
      </dsp:txBody>
      <dsp:txXfrm>
        <a:off x="31984" y="31984"/>
        <a:ext cx="3136432" cy="59123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6E67ED-7C1E-422F-BEF5-0C2CDF972E40}">
      <dsp:nvSpPr>
        <dsp:cNvPr id="0" name=""/>
        <dsp:cNvSpPr/>
      </dsp:nvSpPr>
      <dsp:spPr>
        <a:xfrm>
          <a:off x="2009" y="1474134"/>
          <a:ext cx="2447850" cy="97914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4011" tIns="28004" rIns="28004" bIns="2800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RFID </a:t>
          </a:r>
        </a:p>
      </dsp:txBody>
      <dsp:txXfrm>
        <a:off x="491579" y="1474134"/>
        <a:ext cx="1468710" cy="979140"/>
      </dsp:txXfrm>
    </dsp:sp>
    <dsp:sp modelId="{1EA577DF-9BC6-4153-B5B0-E5A167BCCE01}">
      <dsp:nvSpPr>
        <dsp:cNvPr id="0" name=""/>
        <dsp:cNvSpPr/>
      </dsp:nvSpPr>
      <dsp:spPr>
        <a:xfrm>
          <a:off x="2205074" y="1474134"/>
          <a:ext cx="2447850" cy="97914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4011" tIns="28004" rIns="28004" bIns="2800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 err="1"/>
            <a:t>ESP32</a:t>
          </a:r>
          <a:r>
            <a:rPr lang="en-US" sz="2100" kern="1200" dirty="0"/>
            <a:t> </a:t>
          </a:r>
        </a:p>
      </dsp:txBody>
      <dsp:txXfrm>
        <a:off x="2694644" y="1474134"/>
        <a:ext cx="1468710" cy="979140"/>
      </dsp:txXfrm>
    </dsp:sp>
    <dsp:sp modelId="{E3917093-4093-4B4D-91FB-AC0950309904}">
      <dsp:nvSpPr>
        <dsp:cNvPr id="0" name=""/>
        <dsp:cNvSpPr/>
      </dsp:nvSpPr>
      <dsp:spPr>
        <a:xfrm>
          <a:off x="4408140" y="1474134"/>
          <a:ext cx="2447850" cy="97914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4011" tIns="28004" rIns="28004" bIns="2800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Attendance / Relay / Server </a:t>
          </a:r>
        </a:p>
      </dsp:txBody>
      <dsp:txXfrm>
        <a:off x="4897710" y="1474134"/>
        <a:ext cx="1468710" cy="97914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175905-E302-4033-AEF3-3EC091E8CB7E}">
      <dsp:nvSpPr>
        <dsp:cNvPr id="0" name=""/>
        <dsp:cNvSpPr/>
      </dsp:nvSpPr>
      <dsp:spPr>
        <a:xfrm>
          <a:off x="3555073" y="0"/>
          <a:ext cx="1015735" cy="6771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RFID CARD</a:t>
          </a:r>
        </a:p>
      </dsp:txBody>
      <dsp:txXfrm>
        <a:off x="3574906" y="19833"/>
        <a:ext cx="976069" cy="637490"/>
      </dsp:txXfrm>
    </dsp:sp>
    <dsp:sp modelId="{6A6F8B48-852F-44D3-92A5-D1F919AA3204}">
      <dsp:nvSpPr>
        <dsp:cNvPr id="0" name=""/>
        <dsp:cNvSpPr/>
      </dsp:nvSpPr>
      <dsp:spPr>
        <a:xfrm>
          <a:off x="4017221" y="677157"/>
          <a:ext cx="91440" cy="27086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086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3D27A5D-EF2A-4393-85A1-39C3F590B1D7}">
      <dsp:nvSpPr>
        <dsp:cNvPr id="0" name=""/>
        <dsp:cNvSpPr/>
      </dsp:nvSpPr>
      <dsp:spPr>
        <a:xfrm>
          <a:off x="3555073" y="948020"/>
          <a:ext cx="1015735" cy="6771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/>
            <a:t>MFRC522</a:t>
          </a:r>
          <a:endParaRPr lang="en-US" sz="1700" kern="1200" dirty="0"/>
        </a:p>
      </dsp:txBody>
      <dsp:txXfrm>
        <a:off x="3574906" y="967853"/>
        <a:ext cx="976069" cy="637490"/>
      </dsp:txXfrm>
    </dsp:sp>
    <dsp:sp modelId="{62B76F69-3615-4693-9B5A-9476388D93D3}">
      <dsp:nvSpPr>
        <dsp:cNvPr id="0" name=""/>
        <dsp:cNvSpPr/>
      </dsp:nvSpPr>
      <dsp:spPr>
        <a:xfrm>
          <a:off x="4017221" y="1625176"/>
          <a:ext cx="91440" cy="27086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086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7BFA009-2D9F-4A7A-BF48-37442504B11C}">
      <dsp:nvSpPr>
        <dsp:cNvPr id="0" name=""/>
        <dsp:cNvSpPr/>
      </dsp:nvSpPr>
      <dsp:spPr>
        <a:xfrm>
          <a:off x="3555073" y="1896039"/>
          <a:ext cx="1015735" cy="6771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/>
            <a:t>ESP32</a:t>
          </a:r>
          <a:endParaRPr lang="en-US" sz="1700" kern="1200" dirty="0"/>
        </a:p>
      </dsp:txBody>
      <dsp:txXfrm>
        <a:off x="3574906" y="1915872"/>
        <a:ext cx="976069" cy="637490"/>
      </dsp:txXfrm>
    </dsp:sp>
    <dsp:sp modelId="{D7ED00F7-9AE9-407D-A10A-60519EB77ED9}">
      <dsp:nvSpPr>
        <dsp:cNvPr id="0" name=""/>
        <dsp:cNvSpPr/>
      </dsp:nvSpPr>
      <dsp:spPr>
        <a:xfrm>
          <a:off x="2742485" y="2573196"/>
          <a:ext cx="1320455" cy="270862"/>
        </a:xfrm>
        <a:custGeom>
          <a:avLst/>
          <a:gdLst/>
          <a:ahLst/>
          <a:cxnLst/>
          <a:rect l="0" t="0" r="0" b="0"/>
          <a:pathLst>
            <a:path>
              <a:moveTo>
                <a:pt x="1320455" y="0"/>
              </a:moveTo>
              <a:lnTo>
                <a:pt x="1320455" y="135431"/>
              </a:lnTo>
              <a:lnTo>
                <a:pt x="0" y="135431"/>
              </a:lnTo>
              <a:lnTo>
                <a:pt x="0" y="27086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C5D4D64-18FA-4363-852F-97B124F1A714}">
      <dsp:nvSpPr>
        <dsp:cNvPr id="0" name=""/>
        <dsp:cNvSpPr/>
      </dsp:nvSpPr>
      <dsp:spPr>
        <a:xfrm>
          <a:off x="2234617" y="2844059"/>
          <a:ext cx="1015735" cy="6771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OLED</a:t>
          </a:r>
        </a:p>
      </dsp:txBody>
      <dsp:txXfrm>
        <a:off x="2254450" y="2863892"/>
        <a:ext cx="976069" cy="637490"/>
      </dsp:txXfrm>
    </dsp:sp>
    <dsp:sp modelId="{63677527-4F3D-4DCB-A638-ED944C544916}">
      <dsp:nvSpPr>
        <dsp:cNvPr id="0" name=""/>
        <dsp:cNvSpPr/>
      </dsp:nvSpPr>
      <dsp:spPr>
        <a:xfrm>
          <a:off x="2696765" y="3521216"/>
          <a:ext cx="91440" cy="27086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086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B66191B-482B-4108-B5D8-69D6EDD2DEAD}">
      <dsp:nvSpPr>
        <dsp:cNvPr id="0" name=""/>
        <dsp:cNvSpPr/>
      </dsp:nvSpPr>
      <dsp:spPr>
        <a:xfrm>
          <a:off x="2234617" y="3792079"/>
          <a:ext cx="1015735" cy="6771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Display</a:t>
          </a:r>
        </a:p>
      </dsp:txBody>
      <dsp:txXfrm>
        <a:off x="2254450" y="3811912"/>
        <a:ext cx="976069" cy="637490"/>
      </dsp:txXfrm>
    </dsp:sp>
    <dsp:sp modelId="{5329DBBC-C348-4450-A016-F1512AEFB32F}">
      <dsp:nvSpPr>
        <dsp:cNvPr id="0" name=""/>
        <dsp:cNvSpPr/>
      </dsp:nvSpPr>
      <dsp:spPr>
        <a:xfrm>
          <a:off x="4017221" y="2573196"/>
          <a:ext cx="91440" cy="27086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086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619C3E7-DD72-43E5-BCD4-D78E230FA633}">
      <dsp:nvSpPr>
        <dsp:cNvPr id="0" name=""/>
        <dsp:cNvSpPr/>
      </dsp:nvSpPr>
      <dsp:spPr>
        <a:xfrm>
          <a:off x="3555073" y="2844059"/>
          <a:ext cx="1015735" cy="6771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Relay</a:t>
          </a:r>
        </a:p>
      </dsp:txBody>
      <dsp:txXfrm>
        <a:off x="3574906" y="2863892"/>
        <a:ext cx="976069" cy="637490"/>
      </dsp:txXfrm>
    </dsp:sp>
    <dsp:sp modelId="{71AD077B-1043-428F-A51C-0EBCD72C3ABC}">
      <dsp:nvSpPr>
        <dsp:cNvPr id="0" name=""/>
        <dsp:cNvSpPr/>
      </dsp:nvSpPr>
      <dsp:spPr>
        <a:xfrm>
          <a:off x="4017221" y="3521216"/>
          <a:ext cx="91440" cy="27086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086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B84629B-4B81-419A-853A-4BADC54420CD}">
      <dsp:nvSpPr>
        <dsp:cNvPr id="0" name=""/>
        <dsp:cNvSpPr/>
      </dsp:nvSpPr>
      <dsp:spPr>
        <a:xfrm>
          <a:off x="3555073" y="3792079"/>
          <a:ext cx="1015735" cy="6771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Access</a:t>
          </a:r>
        </a:p>
      </dsp:txBody>
      <dsp:txXfrm>
        <a:off x="3574906" y="3811912"/>
        <a:ext cx="976069" cy="637490"/>
      </dsp:txXfrm>
    </dsp:sp>
    <dsp:sp modelId="{41B6C5B1-E167-44E1-9D54-995640CD9771}">
      <dsp:nvSpPr>
        <dsp:cNvPr id="0" name=""/>
        <dsp:cNvSpPr/>
      </dsp:nvSpPr>
      <dsp:spPr>
        <a:xfrm>
          <a:off x="4062941" y="2573196"/>
          <a:ext cx="1320455" cy="2708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5431"/>
              </a:lnTo>
              <a:lnTo>
                <a:pt x="1320455" y="135431"/>
              </a:lnTo>
              <a:lnTo>
                <a:pt x="1320455" y="27086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8ACC5C3-299B-46B8-8858-8E344767EC2A}">
      <dsp:nvSpPr>
        <dsp:cNvPr id="0" name=""/>
        <dsp:cNvSpPr/>
      </dsp:nvSpPr>
      <dsp:spPr>
        <a:xfrm>
          <a:off x="4875529" y="2844059"/>
          <a:ext cx="1015735" cy="6771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WIFI</a:t>
          </a:r>
        </a:p>
      </dsp:txBody>
      <dsp:txXfrm>
        <a:off x="4895362" y="2863892"/>
        <a:ext cx="976069" cy="637490"/>
      </dsp:txXfrm>
    </dsp:sp>
    <dsp:sp modelId="{38A01D2A-FA0B-4A25-9DC4-E8232ECB06E5}">
      <dsp:nvSpPr>
        <dsp:cNvPr id="0" name=""/>
        <dsp:cNvSpPr/>
      </dsp:nvSpPr>
      <dsp:spPr>
        <a:xfrm>
          <a:off x="5337677" y="3521216"/>
          <a:ext cx="91440" cy="27086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086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6CA707F-230F-42CF-84ED-50C7922547A9}">
      <dsp:nvSpPr>
        <dsp:cNvPr id="0" name=""/>
        <dsp:cNvSpPr/>
      </dsp:nvSpPr>
      <dsp:spPr>
        <a:xfrm>
          <a:off x="4875529" y="3792079"/>
          <a:ext cx="1015735" cy="6771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PHP Server</a:t>
          </a:r>
        </a:p>
      </dsp:txBody>
      <dsp:txXfrm>
        <a:off x="4895362" y="3811912"/>
        <a:ext cx="976069" cy="637490"/>
      </dsp:txXfrm>
    </dsp:sp>
    <dsp:sp modelId="{50874C59-BE1F-4E53-BE10-DBC5B900F3E5}">
      <dsp:nvSpPr>
        <dsp:cNvPr id="0" name=""/>
        <dsp:cNvSpPr/>
      </dsp:nvSpPr>
      <dsp:spPr>
        <a:xfrm>
          <a:off x="5337677" y="4469235"/>
          <a:ext cx="91440" cy="27086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7086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1513D1-F6A0-4557-B511-01CB5EDD9611}">
      <dsp:nvSpPr>
        <dsp:cNvPr id="0" name=""/>
        <dsp:cNvSpPr/>
      </dsp:nvSpPr>
      <dsp:spPr>
        <a:xfrm>
          <a:off x="4875529" y="4740098"/>
          <a:ext cx="1015735" cy="67715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CSV File</a:t>
          </a:r>
        </a:p>
      </dsp:txBody>
      <dsp:txXfrm>
        <a:off x="4895362" y="4759931"/>
        <a:ext cx="976069" cy="63749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7D6B23-2683-49A3-A5C5-2D147AF4E025}">
      <dsp:nvSpPr>
        <dsp:cNvPr id="0" name=""/>
        <dsp:cNvSpPr/>
      </dsp:nvSpPr>
      <dsp:spPr>
        <a:xfrm>
          <a:off x="0" y="0"/>
          <a:ext cx="3124200" cy="7195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 err="1"/>
            <a:t>Hardwares</a:t>
          </a:r>
          <a:endParaRPr lang="en-US" sz="3000" kern="1200" dirty="0"/>
        </a:p>
      </dsp:txBody>
      <dsp:txXfrm>
        <a:off x="35125" y="35125"/>
        <a:ext cx="3053950" cy="64929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8C033E-18EC-40CD-853C-A3113266BB40}">
      <dsp:nvSpPr>
        <dsp:cNvPr id="0" name=""/>
        <dsp:cNvSpPr/>
      </dsp:nvSpPr>
      <dsp:spPr>
        <a:xfrm>
          <a:off x="1557777" y="260323"/>
          <a:ext cx="1576052" cy="1325572"/>
        </a:xfrm>
        <a:prstGeom prst="rect">
          <a:avLst/>
        </a:prstGeom>
        <a:blipFill>
          <a:blip xmlns:r="http://schemas.openxmlformats.org/officeDocument/2006/relationships" r:embed="rId1"/>
          <a:srcRect/>
          <a:stretch>
            <a:fillRect t="-9000" b="-9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687F9E-420C-4639-AA4E-FF573F90F868}">
      <dsp:nvSpPr>
        <dsp:cNvPr id="0" name=""/>
        <dsp:cNvSpPr/>
      </dsp:nvSpPr>
      <dsp:spPr>
        <a:xfrm>
          <a:off x="970641" y="817570"/>
          <a:ext cx="854164" cy="8541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/>
            <a:t>ESP32</a:t>
          </a:r>
          <a:endParaRPr lang="en-US" sz="1400" kern="1200" dirty="0"/>
        </a:p>
      </dsp:txBody>
      <dsp:txXfrm>
        <a:off x="970641" y="817570"/>
        <a:ext cx="854164" cy="854164"/>
      </dsp:txXfrm>
    </dsp:sp>
    <dsp:sp modelId="{0715798A-2E23-4A12-ACB4-F81277ECB642}">
      <dsp:nvSpPr>
        <dsp:cNvPr id="0" name=""/>
        <dsp:cNvSpPr/>
      </dsp:nvSpPr>
      <dsp:spPr>
        <a:xfrm>
          <a:off x="3997795" y="260323"/>
          <a:ext cx="1576052" cy="1325572"/>
        </a:xfrm>
        <a:prstGeom prst="rect">
          <a:avLst/>
        </a:prstGeom>
        <a:blipFill>
          <a:blip xmlns:r="http://schemas.openxmlformats.org/officeDocument/2006/relationships" r:embed="rId2"/>
          <a:srcRect/>
          <a:stretch>
            <a:fillRect l="-25000" r="-25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7700D5-22CD-4199-B5C9-4471BEDA5810}">
      <dsp:nvSpPr>
        <dsp:cNvPr id="0" name=""/>
        <dsp:cNvSpPr/>
      </dsp:nvSpPr>
      <dsp:spPr>
        <a:xfrm>
          <a:off x="3410659" y="817570"/>
          <a:ext cx="854164" cy="8541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MFRC522 </a:t>
          </a:r>
        </a:p>
      </dsp:txBody>
      <dsp:txXfrm>
        <a:off x="3410659" y="817570"/>
        <a:ext cx="854164" cy="854164"/>
      </dsp:txXfrm>
    </dsp:sp>
    <dsp:sp modelId="{5105540D-046F-4442-ACE8-7B8B0BD50A6C}">
      <dsp:nvSpPr>
        <dsp:cNvPr id="0" name=""/>
        <dsp:cNvSpPr/>
      </dsp:nvSpPr>
      <dsp:spPr>
        <a:xfrm>
          <a:off x="6437813" y="260323"/>
          <a:ext cx="1576052" cy="1325572"/>
        </a:xfrm>
        <a:prstGeom prst="rect">
          <a:avLst/>
        </a:prstGeom>
        <a:blipFill>
          <a:blip xmlns:r="http://schemas.openxmlformats.org/officeDocument/2006/relationships" r:embed="rId3"/>
          <a:srcRect/>
          <a:stretch>
            <a:fillRect l="-25000" r="-25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A0035B-65A4-440F-9A99-38C09B96731A}">
      <dsp:nvSpPr>
        <dsp:cNvPr id="0" name=""/>
        <dsp:cNvSpPr/>
      </dsp:nvSpPr>
      <dsp:spPr>
        <a:xfrm>
          <a:off x="5850677" y="817570"/>
          <a:ext cx="854164" cy="8541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400" kern="1200" dirty="0" err="1"/>
            <a:t>DS1307</a:t>
          </a:r>
          <a:r>
            <a:rPr lang="en-US" sz="1400" kern="1200" dirty="0"/>
            <a:t> </a:t>
          </a:r>
          <a:r>
            <a:rPr lang="en-US" sz="1400" kern="1200" dirty="0" err="1"/>
            <a:t>RTC</a:t>
          </a:r>
          <a:r>
            <a:rPr lang="en-US" sz="1400" kern="1200" dirty="0"/>
            <a:t> </a:t>
          </a:r>
        </a:p>
      </dsp:txBody>
      <dsp:txXfrm>
        <a:off x="5850677" y="817570"/>
        <a:ext cx="854164" cy="854164"/>
      </dsp:txXfrm>
    </dsp:sp>
    <dsp:sp modelId="{828BB16E-3BD1-4D21-BC23-44A84B56AFA4}">
      <dsp:nvSpPr>
        <dsp:cNvPr id="0" name=""/>
        <dsp:cNvSpPr/>
      </dsp:nvSpPr>
      <dsp:spPr>
        <a:xfrm>
          <a:off x="1557777" y="1910494"/>
          <a:ext cx="1576052" cy="1325572"/>
        </a:xfrm>
        <a:prstGeom prst="rect">
          <a:avLst/>
        </a:prstGeom>
        <a:blipFill>
          <a:blip xmlns:r="http://schemas.openxmlformats.org/officeDocument/2006/relationships" r:embed="rId4"/>
          <a:srcRect/>
          <a:stretch>
            <a:fillRect t="-9000" b="-9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F604BC-7BA9-4901-97C5-4327BE054408}">
      <dsp:nvSpPr>
        <dsp:cNvPr id="0" name=""/>
        <dsp:cNvSpPr/>
      </dsp:nvSpPr>
      <dsp:spPr>
        <a:xfrm>
          <a:off x="970641" y="2467741"/>
          <a:ext cx="854164" cy="8541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/>
            <a:t>SSD1306</a:t>
          </a:r>
          <a:r>
            <a:rPr lang="en-US" sz="1400" kern="1200" dirty="0"/>
            <a:t> OLED 0.96"</a:t>
          </a:r>
        </a:p>
      </dsp:txBody>
      <dsp:txXfrm>
        <a:off x="970641" y="2467741"/>
        <a:ext cx="854164" cy="854164"/>
      </dsp:txXfrm>
    </dsp:sp>
    <dsp:sp modelId="{7FC1C68A-8180-4FFC-90F9-8A3CD5E862E8}">
      <dsp:nvSpPr>
        <dsp:cNvPr id="0" name=""/>
        <dsp:cNvSpPr/>
      </dsp:nvSpPr>
      <dsp:spPr>
        <a:xfrm>
          <a:off x="3997795" y="1910494"/>
          <a:ext cx="1576052" cy="1325572"/>
        </a:xfrm>
        <a:prstGeom prst="rect">
          <a:avLst/>
        </a:prstGeom>
        <a:blipFill>
          <a:blip xmlns:r="http://schemas.openxmlformats.org/officeDocument/2006/relationships" r:embed="rId5"/>
          <a:srcRect/>
          <a:stretch>
            <a:fillRect t="-15000" b="-15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44BCA5-570B-4D95-A40D-920D6AFD4CA1}">
      <dsp:nvSpPr>
        <dsp:cNvPr id="0" name=""/>
        <dsp:cNvSpPr/>
      </dsp:nvSpPr>
      <dsp:spPr>
        <a:xfrm>
          <a:off x="3410659" y="2467741"/>
          <a:ext cx="854164" cy="8541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400" kern="1200" dirty="0"/>
            <a:t>microSD Module </a:t>
          </a:r>
        </a:p>
      </dsp:txBody>
      <dsp:txXfrm>
        <a:off x="3410659" y="2467741"/>
        <a:ext cx="854164" cy="854164"/>
      </dsp:txXfrm>
    </dsp:sp>
    <dsp:sp modelId="{C0208C76-9690-4EA3-B1B9-453C44FBB891}">
      <dsp:nvSpPr>
        <dsp:cNvPr id="0" name=""/>
        <dsp:cNvSpPr/>
      </dsp:nvSpPr>
      <dsp:spPr>
        <a:xfrm>
          <a:off x="6437813" y="1910494"/>
          <a:ext cx="1576052" cy="1325572"/>
        </a:xfrm>
        <a:prstGeom prst="rect">
          <a:avLst/>
        </a:prstGeom>
        <a:blipFill>
          <a:blip xmlns:r="http://schemas.openxmlformats.org/officeDocument/2006/relationships" r:embed="rId6"/>
          <a:srcRect/>
          <a:stretch>
            <a:fillRect t="-9000" b="-9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BCDE10-C7D5-4F6F-9BC8-DDAA581ABD04}">
      <dsp:nvSpPr>
        <dsp:cNvPr id="0" name=""/>
        <dsp:cNvSpPr/>
      </dsp:nvSpPr>
      <dsp:spPr>
        <a:xfrm>
          <a:off x="5850677" y="2467741"/>
          <a:ext cx="854164" cy="8541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/>
            <a:t>5V</a:t>
          </a:r>
          <a:r>
            <a:rPr lang="en-US" sz="1400" kern="1200" dirty="0"/>
            <a:t> Relay Module</a:t>
          </a:r>
        </a:p>
      </dsp:txBody>
      <dsp:txXfrm>
        <a:off x="5850677" y="2467741"/>
        <a:ext cx="854164" cy="854164"/>
      </dsp:txXfrm>
    </dsp:sp>
    <dsp:sp modelId="{9FE85081-0842-48B7-A15C-7C543F78526B}">
      <dsp:nvSpPr>
        <dsp:cNvPr id="0" name=""/>
        <dsp:cNvSpPr/>
      </dsp:nvSpPr>
      <dsp:spPr>
        <a:xfrm>
          <a:off x="2777786" y="3560665"/>
          <a:ext cx="1576052" cy="1325572"/>
        </a:xfrm>
        <a:prstGeom prst="rect">
          <a:avLst/>
        </a:prstGeom>
        <a:blipFill>
          <a:blip xmlns:r="http://schemas.openxmlformats.org/officeDocument/2006/relationships" r:embed="rId7"/>
          <a:srcRect/>
          <a:stretch>
            <a:fillRect t="-3000" b="-3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D293F5-1E15-49DC-8F54-211F9B19C619}">
      <dsp:nvSpPr>
        <dsp:cNvPr id="0" name=""/>
        <dsp:cNvSpPr/>
      </dsp:nvSpPr>
      <dsp:spPr>
        <a:xfrm>
          <a:off x="2190650" y="4117912"/>
          <a:ext cx="854164" cy="8541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400" kern="1200" dirty="0"/>
            <a:t>Logic Level Shifter </a:t>
          </a:r>
        </a:p>
      </dsp:txBody>
      <dsp:txXfrm>
        <a:off x="2190650" y="4117912"/>
        <a:ext cx="854164" cy="854164"/>
      </dsp:txXfrm>
    </dsp:sp>
    <dsp:sp modelId="{3413620C-6D9A-4CF9-8473-F57E0F455AC2}">
      <dsp:nvSpPr>
        <dsp:cNvPr id="0" name=""/>
        <dsp:cNvSpPr/>
      </dsp:nvSpPr>
      <dsp:spPr>
        <a:xfrm>
          <a:off x="5217804" y="3560665"/>
          <a:ext cx="1576052" cy="1325572"/>
        </a:xfrm>
        <a:prstGeom prst="rect">
          <a:avLst/>
        </a:prstGeom>
        <a:blipFill>
          <a:blip xmlns:r="http://schemas.openxmlformats.org/officeDocument/2006/relationships" r:embed="rId8"/>
          <a:srcRect/>
          <a:stretch>
            <a:fillRect t="-9000" b="-9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52D780-5485-422F-B08D-8A5B2162530E}">
      <dsp:nvSpPr>
        <dsp:cNvPr id="0" name=""/>
        <dsp:cNvSpPr/>
      </dsp:nvSpPr>
      <dsp:spPr>
        <a:xfrm>
          <a:off x="4630668" y="4117912"/>
          <a:ext cx="854164" cy="8541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400" kern="1200" dirty="0"/>
            <a:t>Buzzer </a:t>
          </a:r>
        </a:p>
      </dsp:txBody>
      <dsp:txXfrm>
        <a:off x="4630668" y="4117912"/>
        <a:ext cx="854164" cy="85416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2D440E-A8D6-414D-81E0-CB2246B2BDED}">
      <dsp:nvSpPr>
        <dsp:cNvPr id="0" name=""/>
        <dsp:cNvSpPr/>
      </dsp:nvSpPr>
      <dsp:spPr>
        <a:xfrm>
          <a:off x="0" y="1"/>
          <a:ext cx="3960972" cy="5516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 Connections and Pin Mapping</a:t>
          </a:r>
        </a:p>
      </dsp:txBody>
      <dsp:txXfrm>
        <a:off x="26930" y="26931"/>
        <a:ext cx="3907112" cy="49779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920646-F1F4-40B1-B2D7-6F5CD8AB707B}">
      <dsp:nvSpPr>
        <dsp:cNvPr id="0" name=""/>
        <dsp:cNvSpPr/>
      </dsp:nvSpPr>
      <dsp:spPr>
        <a:xfrm>
          <a:off x="5655" y="2775904"/>
          <a:ext cx="783580" cy="3917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Start</a:t>
          </a:r>
        </a:p>
      </dsp:txBody>
      <dsp:txXfrm>
        <a:off x="17130" y="2787379"/>
        <a:ext cx="760630" cy="368840"/>
      </dsp:txXfrm>
    </dsp:sp>
    <dsp:sp modelId="{10D33D6A-A73B-4A24-B47C-3E6BD1D82386}">
      <dsp:nvSpPr>
        <dsp:cNvPr id="0" name=""/>
        <dsp:cNvSpPr/>
      </dsp:nvSpPr>
      <dsp:spPr>
        <a:xfrm>
          <a:off x="789235" y="2965867"/>
          <a:ext cx="313432" cy="11865"/>
        </a:xfrm>
        <a:custGeom>
          <a:avLst/>
          <a:gdLst/>
          <a:ahLst/>
          <a:cxnLst/>
          <a:rect l="0" t="0" r="0" b="0"/>
          <a:pathLst>
            <a:path>
              <a:moveTo>
                <a:pt x="0" y="5932"/>
              </a:moveTo>
              <a:lnTo>
                <a:pt x="313432" y="593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938115" y="2963964"/>
        <a:ext cx="15671" cy="15671"/>
      </dsp:txXfrm>
    </dsp:sp>
    <dsp:sp modelId="{C62BA02D-61F8-4206-A59E-A506FC798F0B}">
      <dsp:nvSpPr>
        <dsp:cNvPr id="0" name=""/>
        <dsp:cNvSpPr/>
      </dsp:nvSpPr>
      <dsp:spPr>
        <a:xfrm>
          <a:off x="1102667" y="2775904"/>
          <a:ext cx="783580" cy="3917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Scan RFID</a:t>
          </a:r>
        </a:p>
      </dsp:txBody>
      <dsp:txXfrm>
        <a:off x="1114142" y="2787379"/>
        <a:ext cx="760630" cy="368840"/>
      </dsp:txXfrm>
    </dsp:sp>
    <dsp:sp modelId="{843D6BE0-8144-46A3-90AD-0FE3D5849B63}">
      <dsp:nvSpPr>
        <dsp:cNvPr id="0" name=""/>
        <dsp:cNvSpPr/>
      </dsp:nvSpPr>
      <dsp:spPr>
        <a:xfrm>
          <a:off x="1886247" y="2965867"/>
          <a:ext cx="313432" cy="11865"/>
        </a:xfrm>
        <a:custGeom>
          <a:avLst/>
          <a:gdLst/>
          <a:ahLst/>
          <a:cxnLst/>
          <a:rect l="0" t="0" r="0" b="0"/>
          <a:pathLst>
            <a:path>
              <a:moveTo>
                <a:pt x="0" y="5932"/>
              </a:moveTo>
              <a:lnTo>
                <a:pt x="313432" y="593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035127" y="2963964"/>
        <a:ext cx="15671" cy="15671"/>
      </dsp:txXfrm>
    </dsp:sp>
    <dsp:sp modelId="{60957580-F946-42B4-9AAB-72DEC2449DBD}">
      <dsp:nvSpPr>
        <dsp:cNvPr id="0" name=""/>
        <dsp:cNvSpPr/>
      </dsp:nvSpPr>
      <dsp:spPr>
        <a:xfrm>
          <a:off x="2199679" y="2775904"/>
          <a:ext cx="783580" cy="3917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Read UID</a:t>
          </a:r>
          <a:endParaRPr lang="fa-IR" sz="1000" kern="1200" dirty="0"/>
        </a:p>
      </dsp:txBody>
      <dsp:txXfrm>
        <a:off x="2211154" y="2787379"/>
        <a:ext cx="760630" cy="368840"/>
      </dsp:txXfrm>
    </dsp:sp>
    <dsp:sp modelId="{519E0A88-B0C1-4A12-9170-05A579CB7E4B}">
      <dsp:nvSpPr>
        <dsp:cNvPr id="0" name=""/>
        <dsp:cNvSpPr/>
      </dsp:nvSpPr>
      <dsp:spPr>
        <a:xfrm>
          <a:off x="2983259" y="2965867"/>
          <a:ext cx="313432" cy="11865"/>
        </a:xfrm>
        <a:custGeom>
          <a:avLst/>
          <a:gdLst/>
          <a:ahLst/>
          <a:cxnLst/>
          <a:rect l="0" t="0" r="0" b="0"/>
          <a:pathLst>
            <a:path>
              <a:moveTo>
                <a:pt x="0" y="5932"/>
              </a:moveTo>
              <a:lnTo>
                <a:pt x="313432" y="593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132139" y="2963964"/>
        <a:ext cx="15671" cy="15671"/>
      </dsp:txXfrm>
    </dsp:sp>
    <dsp:sp modelId="{3448F644-8F6E-48E7-BFA3-964ABDF0E852}">
      <dsp:nvSpPr>
        <dsp:cNvPr id="0" name=""/>
        <dsp:cNvSpPr/>
      </dsp:nvSpPr>
      <dsp:spPr>
        <a:xfrm>
          <a:off x="3296691" y="2775904"/>
          <a:ext cx="783580" cy="3917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Identify User</a:t>
          </a:r>
        </a:p>
      </dsp:txBody>
      <dsp:txXfrm>
        <a:off x="3308166" y="2787379"/>
        <a:ext cx="760630" cy="368840"/>
      </dsp:txXfrm>
    </dsp:sp>
    <dsp:sp modelId="{9E48F78C-72A9-4097-B481-A937C4D1FB90}">
      <dsp:nvSpPr>
        <dsp:cNvPr id="0" name=""/>
        <dsp:cNvSpPr/>
      </dsp:nvSpPr>
      <dsp:spPr>
        <a:xfrm>
          <a:off x="4080271" y="2965867"/>
          <a:ext cx="313432" cy="11865"/>
        </a:xfrm>
        <a:custGeom>
          <a:avLst/>
          <a:gdLst/>
          <a:ahLst/>
          <a:cxnLst/>
          <a:rect l="0" t="0" r="0" b="0"/>
          <a:pathLst>
            <a:path>
              <a:moveTo>
                <a:pt x="0" y="5932"/>
              </a:moveTo>
              <a:lnTo>
                <a:pt x="313432" y="593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229152" y="2963964"/>
        <a:ext cx="15671" cy="15671"/>
      </dsp:txXfrm>
    </dsp:sp>
    <dsp:sp modelId="{1D2EDB74-A061-41EE-A180-0DD2EB6AAB20}">
      <dsp:nvSpPr>
        <dsp:cNvPr id="0" name=""/>
        <dsp:cNvSpPr/>
      </dsp:nvSpPr>
      <dsp:spPr>
        <a:xfrm>
          <a:off x="4393703" y="2775904"/>
          <a:ext cx="783580" cy="3917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Allowed Time Verification</a:t>
          </a:r>
        </a:p>
      </dsp:txBody>
      <dsp:txXfrm>
        <a:off x="4405178" y="2787379"/>
        <a:ext cx="760630" cy="368840"/>
      </dsp:txXfrm>
    </dsp:sp>
    <dsp:sp modelId="{AD1D327E-4940-47E3-9127-F3650F438544}">
      <dsp:nvSpPr>
        <dsp:cNvPr id="0" name=""/>
        <dsp:cNvSpPr/>
      </dsp:nvSpPr>
      <dsp:spPr>
        <a:xfrm>
          <a:off x="5177283" y="2965867"/>
          <a:ext cx="313432" cy="11865"/>
        </a:xfrm>
        <a:custGeom>
          <a:avLst/>
          <a:gdLst/>
          <a:ahLst/>
          <a:cxnLst/>
          <a:rect l="0" t="0" r="0" b="0"/>
          <a:pathLst>
            <a:path>
              <a:moveTo>
                <a:pt x="0" y="5932"/>
              </a:moveTo>
              <a:lnTo>
                <a:pt x="313432" y="593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326164" y="2963964"/>
        <a:ext cx="15671" cy="15671"/>
      </dsp:txXfrm>
    </dsp:sp>
    <dsp:sp modelId="{1B253863-EFF9-4080-BCCE-B075657B1180}">
      <dsp:nvSpPr>
        <dsp:cNvPr id="0" name=""/>
        <dsp:cNvSpPr/>
      </dsp:nvSpPr>
      <dsp:spPr>
        <a:xfrm>
          <a:off x="5490716" y="2775904"/>
          <a:ext cx="783580" cy="3917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Is It Allowed?</a:t>
          </a:r>
        </a:p>
      </dsp:txBody>
      <dsp:txXfrm>
        <a:off x="5502191" y="2787379"/>
        <a:ext cx="760630" cy="368840"/>
      </dsp:txXfrm>
    </dsp:sp>
    <dsp:sp modelId="{516989B1-6933-4968-9A76-F7C7B72EA362}">
      <dsp:nvSpPr>
        <dsp:cNvPr id="0" name=""/>
        <dsp:cNvSpPr/>
      </dsp:nvSpPr>
      <dsp:spPr>
        <a:xfrm rot="19457599">
          <a:off x="6238015" y="2853227"/>
          <a:ext cx="385992" cy="11865"/>
        </a:xfrm>
        <a:custGeom>
          <a:avLst/>
          <a:gdLst/>
          <a:ahLst/>
          <a:cxnLst/>
          <a:rect l="0" t="0" r="0" b="0"/>
          <a:pathLst>
            <a:path>
              <a:moveTo>
                <a:pt x="0" y="5932"/>
              </a:moveTo>
              <a:lnTo>
                <a:pt x="385992" y="593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421362" y="2849510"/>
        <a:ext cx="19299" cy="19299"/>
      </dsp:txXfrm>
    </dsp:sp>
    <dsp:sp modelId="{171EF080-C088-4EC4-B0FC-24C9014B5961}">
      <dsp:nvSpPr>
        <dsp:cNvPr id="0" name=""/>
        <dsp:cNvSpPr/>
      </dsp:nvSpPr>
      <dsp:spPr>
        <a:xfrm>
          <a:off x="6587728" y="2550625"/>
          <a:ext cx="783580" cy="3917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Yes</a:t>
          </a:r>
        </a:p>
      </dsp:txBody>
      <dsp:txXfrm>
        <a:off x="6599203" y="2562100"/>
        <a:ext cx="760630" cy="368840"/>
      </dsp:txXfrm>
    </dsp:sp>
    <dsp:sp modelId="{47D09E01-16D8-4C1A-BA34-C708E7A40387}">
      <dsp:nvSpPr>
        <dsp:cNvPr id="0" name=""/>
        <dsp:cNvSpPr/>
      </dsp:nvSpPr>
      <dsp:spPr>
        <a:xfrm>
          <a:off x="7371308" y="2740588"/>
          <a:ext cx="313432" cy="11865"/>
        </a:xfrm>
        <a:custGeom>
          <a:avLst/>
          <a:gdLst/>
          <a:ahLst/>
          <a:cxnLst/>
          <a:rect l="0" t="0" r="0" b="0"/>
          <a:pathLst>
            <a:path>
              <a:moveTo>
                <a:pt x="0" y="5932"/>
              </a:moveTo>
              <a:lnTo>
                <a:pt x="313432" y="593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520188" y="2738684"/>
        <a:ext cx="15671" cy="15671"/>
      </dsp:txXfrm>
    </dsp:sp>
    <dsp:sp modelId="{79A27BF7-BFEC-4C4D-96BD-81944444756C}">
      <dsp:nvSpPr>
        <dsp:cNvPr id="0" name=""/>
        <dsp:cNvSpPr/>
      </dsp:nvSpPr>
      <dsp:spPr>
        <a:xfrm>
          <a:off x="7684740" y="2550625"/>
          <a:ext cx="783580" cy="3917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IN/OUT</a:t>
          </a:r>
        </a:p>
      </dsp:txBody>
      <dsp:txXfrm>
        <a:off x="7696215" y="2562100"/>
        <a:ext cx="760630" cy="368840"/>
      </dsp:txXfrm>
    </dsp:sp>
    <dsp:sp modelId="{C45B20C2-66D8-49CB-B9F2-BDAAE01D45EB}">
      <dsp:nvSpPr>
        <dsp:cNvPr id="0" name=""/>
        <dsp:cNvSpPr/>
      </dsp:nvSpPr>
      <dsp:spPr>
        <a:xfrm>
          <a:off x="8468320" y="2740588"/>
          <a:ext cx="313432" cy="11865"/>
        </a:xfrm>
        <a:custGeom>
          <a:avLst/>
          <a:gdLst/>
          <a:ahLst/>
          <a:cxnLst/>
          <a:rect l="0" t="0" r="0" b="0"/>
          <a:pathLst>
            <a:path>
              <a:moveTo>
                <a:pt x="0" y="5932"/>
              </a:moveTo>
              <a:lnTo>
                <a:pt x="313432" y="593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8617200" y="2738684"/>
        <a:ext cx="15671" cy="15671"/>
      </dsp:txXfrm>
    </dsp:sp>
    <dsp:sp modelId="{211D1F5C-C037-4AB3-82ED-87A601C3DCB5}">
      <dsp:nvSpPr>
        <dsp:cNvPr id="0" name=""/>
        <dsp:cNvSpPr/>
      </dsp:nvSpPr>
      <dsp:spPr>
        <a:xfrm>
          <a:off x="8781752" y="2550625"/>
          <a:ext cx="783580" cy="3917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Data Logging</a:t>
          </a:r>
        </a:p>
      </dsp:txBody>
      <dsp:txXfrm>
        <a:off x="8793227" y="2562100"/>
        <a:ext cx="760630" cy="368840"/>
      </dsp:txXfrm>
    </dsp:sp>
    <dsp:sp modelId="{FE802CE5-E0FD-4D7F-89A6-FEED5A424A96}">
      <dsp:nvSpPr>
        <dsp:cNvPr id="0" name=""/>
        <dsp:cNvSpPr/>
      </dsp:nvSpPr>
      <dsp:spPr>
        <a:xfrm>
          <a:off x="9565332" y="2740588"/>
          <a:ext cx="313432" cy="11865"/>
        </a:xfrm>
        <a:custGeom>
          <a:avLst/>
          <a:gdLst/>
          <a:ahLst/>
          <a:cxnLst/>
          <a:rect l="0" t="0" r="0" b="0"/>
          <a:pathLst>
            <a:path>
              <a:moveTo>
                <a:pt x="0" y="5932"/>
              </a:moveTo>
              <a:lnTo>
                <a:pt x="313432" y="593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9714212" y="2738684"/>
        <a:ext cx="15671" cy="15671"/>
      </dsp:txXfrm>
    </dsp:sp>
    <dsp:sp modelId="{B10D5B3E-E248-4373-857B-0E615797478E}">
      <dsp:nvSpPr>
        <dsp:cNvPr id="0" name=""/>
        <dsp:cNvSpPr/>
      </dsp:nvSpPr>
      <dsp:spPr>
        <a:xfrm>
          <a:off x="9878764" y="2550625"/>
          <a:ext cx="783580" cy="3917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Show Results</a:t>
          </a:r>
        </a:p>
      </dsp:txBody>
      <dsp:txXfrm>
        <a:off x="9890239" y="2562100"/>
        <a:ext cx="760630" cy="368840"/>
      </dsp:txXfrm>
    </dsp:sp>
    <dsp:sp modelId="{CD547C7E-3C79-4917-87F5-2C2C3CD71EBB}">
      <dsp:nvSpPr>
        <dsp:cNvPr id="0" name=""/>
        <dsp:cNvSpPr/>
      </dsp:nvSpPr>
      <dsp:spPr>
        <a:xfrm rot="2142401">
          <a:off x="6238015" y="3078507"/>
          <a:ext cx="385992" cy="11865"/>
        </a:xfrm>
        <a:custGeom>
          <a:avLst/>
          <a:gdLst/>
          <a:ahLst/>
          <a:cxnLst/>
          <a:rect l="0" t="0" r="0" b="0"/>
          <a:pathLst>
            <a:path>
              <a:moveTo>
                <a:pt x="0" y="5932"/>
              </a:moveTo>
              <a:lnTo>
                <a:pt x="385992" y="593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6421362" y="3074789"/>
        <a:ext cx="19299" cy="19299"/>
      </dsp:txXfrm>
    </dsp:sp>
    <dsp:sp modelId="{56BAF19A-D05D-446B-9027-03E2189FDAB3}">
      <dsp:nvSpPr>
        <dsp:cNvPr id="0" name=""/>
        <dsp:cNvSpPr/>
      </dsp:nvSpPr>
      <dsp:spPr>
        <a:xfrm>
          <a:off x="6587728" y="3001184"/>
          <a:ext cx="783580" cy="3917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No</a:t>
          </a:r>
        </a:p>
      </dsp:txBody>
      <dsp:txXfrm>
        <a:off x="6599203" y="3012659"/>
        <a:ext cx="760630" cy="368840"/>
      </dsp:txXfrm>
    </dsp:sp>
    <dsp:sp modelId="{04F965F3-8931-4688-ABFE-915DC3642390}">
      <dsp:nvSpPr>
        <dsp:cNvPr id="0" name=""/>
        <dsp:cNvSpPr/>
      </dsp:nvSpPr>
      <dsp:spPr>
        <a:xfrm>
          <a:off x="7371308" y="3191146"/>
          <a:ext cx="313432" cy="11865"/>
        </a:xfrm>
        <a:custGeom>
          <a:avLst/>
          <a:gdLst/>
          <a:ahLst/>
          <a:cxnLst/>
          <a:rect l="0" t="0" r="0" b="0"/>
          <a:pathLst>
            <a:path>
              <a:moveTo>
                <a:pt x="0" y="5932"/>
              </a:moveTo>
              <a:lnTo>
                <a:pt x="313432" y="5932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520188" y="3189243"/>
        <a:ext cx="15671" cy="15671"/>
      </dsp:txXfrm>
    </dsp:sp>
    <dsp:sp modelId="{78862B93-8F03-49C6-AD78-4A7205E9E0DF}">
      <dsp:nvSpPr>
        <dsp:cNvPr id="0" name=""/>
        <dsp:cNvSpPr/>
      </dsp:nvSpPr>
      <dsp:spPr>
        <a:xfrm>
          <a:off x="7684740" y="3001184"/>
          <a:ext cx="783580" cy="39179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Access Denied</a:t>
          </a:r>
        </a:p>
      </dsp:txBody>
      <dsp:txXfrm>
        <a:off x="7696215" y="3012659"/>
        <a:ext cx="760630" cy="36884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C3508E-33AA-4CC5-9280-5C741C597549}">
      <dsp:nvSpPr>
        <dsp:cNvPr id="0" name=""/>
        <dsp:cNvSpPr/>
      </dsp:nvSpPr>
      <dsp:spPr>
        <a:xfrm>
          <a:off x="716537" y="7125"/>
          <a:ext cx="2605541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System Operation</a:t>
          </a:r>
        </a:p>
      </dsp:txBody>
      <dsp:txXfrm>
        <a:off x="746979" y="37567"/>
        <a:ext cx="2544657" cy="56272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A60A4B-F476-4A1B-97F6-E3EB3D4D452E}">
      <dsp:nvSpPr>
        <dsp:cNvPr id="0" name=""/>
        <dsp:cNvSpPr/>
      </dsp:nvSpPr>
      <dsp:spPr>
        <a:xfrm>
          <a:off x="0" y="0"/>
          <a:ext cx="7236068" cy="795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• Note: If a card is scanned outside its authorized time window, access is denied, and no attendance record is created.</a:t>
          </a:r>
        </a:p>
      </dsp:txBody>
      <dsp:txXfrm>
        <a:off x="38838" y="38838"/>
        <a:ext cx="7158392" cy="717924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327EA1-07EE-4C0D-8AE8-2BE5FECFA6E6}">
      <dsp:nvSpPr>
        <dsp:cNvPr id="0" name=""/>
        <dsp:cNvSpPr/>
      </dsp:nvSpPr>
      <dsp:spPr>
        <a:xfrm>
          <a:off x="933693" y="1553"/>
          <a:ext cx="1866739" cy="5530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08:12:31</a:t>
          </a:r>
        </a:p>
      </dsp:txBody>
      <dsp:txXfrm>
        <a:off x="949890" y="17750"/>
        <a:ext cx="1834345" cy="520614"/>
      </dsp:txXfrm>
    </dsp:sp>
    <dsp:sp modelId="{8544DA95-A255-44AF-97E6-AB26C039B23E}">
      <dsp:nvSpPr>
        <dsp:cNvPr id="0" name=""/>
        <dsp:cNvSpPr/>
      </dsp:nvSpPr>
      <dsp:spPr>
        <a:xfrm rot="5400000">
          <a:off x="1763373" y="568386"/>
          <a:ext cx="207378" cy="24885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 rot="-5400000">
        <a:off x="1792407" y="589124"/>
        <a:ext cx="149311" cy="145165"/>
      </dsp:txXfrm>
    </dsp:sp>
    <dsp:sp modelId="{6FF4162C-C0D9-40F6-8EF6-A4C2F3BA2CBD}">
      <dsp:nvSpPr>
        <dsp:cNvPr id="0" name=""/>
        <dsp:cNvSpPr/>
      </dsp:nvSpPr>
      <dsp:spPr>
        <a:xfrm>
          <a:off x="933693" y="831065"/>
          <a:ext cx="1866739" cy="5530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CARD SCAN </a:t>
          </a:r>
        </a:p>
      </dsp:txBody>
      <dsp:txXfrm>
        <a:off x="949890" y="847262"/>
        <a:ext cx="1834345" cy="520614"/>
      </dsp:txXfrm>
    </dsp:sp>
    <dsp:sp modelId="{6779AF84-05FB-4969-9DC5-522A89EF7AA0}">
      <dsp:nvSpPr>
        <dsp:cNvPr id="0" name=""/>
        <dsp:cNvSpPr/>
      </dsp:nvSpPr>
      <dsp:spPr>
        <a:xfrm rot="5400000">
          <a:off x="1763373" y="1397898"/>
          <a:ext cx="207378" cy="24885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 rot="-5400000">
        <a:off x="1792407" y="1418636"/>
        <a:ext cx="149311" cy="145165"/>
      </dsp:txXfrm>
    </dsp:sp>
    <dsp:sp modelId="{3A4D2CE4-7026-4821-8657-4AB713A69355}">
      <dsp:nvSpPr>
        <dsp:cNvPr id="0" name=""/>
        <dsp:cNvSpPr/>
      </dsp:nvSpPr>
      <dsp:spPr>
        <a:xfrm>
          <a:off x="933693" y="1660577"/>
          <a:ext cx="1866739" cy="5530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CHECK-IN </a:t>
          </a:r>
        </a:p>
      </dsp:txBody>
      <dsp:txXfrm>
        <a:off x="949890" y="1676774"/>
        <a:ext cx="1834345" cy="520614"/>
      </dsp:txXfrm>
    </dsp:sp>
    <dsp:sp modelId="{C8D2213D-633A-49B2-BCEB-FDE701B459AE}">
      <dsp:nvSpPr>
        <dsp:cNvPr id="0" name=""/>
        <dsp:cNvSpPr/>
      </dsp:nvSpPr>
      <dsp:spPr>
        <a:xfrm rot="5400000">
          <a:off x="1763373" y="2227411"/>
          <a:ext cx="207378" cy="24885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 rot="-5400000">
        <a:off x="1792407" y="2248149"/>
        <a:ext cx="149311" cy="145165"/>
      </dsp:txXfrm>
    </dsp:sp>
    <dsp:sp modelId="{97443056-D0F7-4F07-8EE2-602C4043C93A}">
      <dsp:nvSpPr>
        <dsp:cNvPr id="0" name=""/>
        <dsp:cNvSpPr/>
      </dsp:nvSpPr>
      <dsp:spPr>
        <a:xfrm>
          <a:off x="933693" y="2490089"/>
          <a:ext cx="1866739" cy="5530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Relay ON </a:t>
          </a:r>
        </a:p>
      </dsp:txBody>
      <dsp:txXfrm>
        <a:off x="949890" y="2506286"/>
        <a:ext cx="1834345" cy="520614"/>
      </dsp:txXfrm>
    </dsp:sp>
    <dsp:sp modelId="{AF955B4A-F586-408B-92A9-8E3D6ACC9178}">
      <dsp:nvSpPr>
        <dsp:cNvPr id="0" name=""/>
        <dsp:cNvSpPr/>
      </dsp:nvSpPr>
      <dsp:spPr>
        <a:xfrm rot="5400000">
          <a:off x="1763373" y="3056923"/>
          <a:ext cx="207378" cy="24885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 rot="-5400000">
        <a:off x="1792407" y="3077661"/>
        <a:ext cx="149311" cy="145165"/>
      </dsp:txXfrm>
    </dsp:sp>
    <dsp:sp modelId="{277389D6-6AA8-49A2-BB6E-C5833E5AC418}">
      <dsp:nvSpPr>
        <dsp:cNvPr id="0" name=""/>
        <dsp:cNvSpPr/>
      </dsp:nvSpPr>
      <dsp:spPr>
        <a:xfrm>
          <a:off x="933693" y="3319602"/>
          <a:ext cx="1866739" cy="5530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08:45:17 </a:t>
          </a:r>
        </a:p>
      </dsp:txBody>
      <dsp:txXfrm>
        <a:off x="949890" y="3335799"/>
        <a:ext cx="1834345" cy="520614"/>
      </dsp:txXfrm>
    </dsp:sp>
    <dsp:sp modelId="{204A8C84-19F1-47F0-BB30-EEC6D25023AE}">
      <dsp:nvSpPr>
        <dsp:cNvPr id="0" name=""/>
        <dsp:cNvSpPr/>
      </dsp:nvSpPr>
      <dsp:spPr>
        <a:xfrm rot="5400000">
          <a:off x="1763373" y="3886435"/>
          <a:ext cx="207378" cy="24885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 rot="-5400000">
        <a:off x="1792407" y="3907173"/>
        <a:ext cx="149311" cy="145165"/>
      </dsp:txXfrm>
    </dsp:sp>
    <dsp:sp modelId="{6C23392A-8E99-4EB9-9DBC-7B1F8AAF1EB8}">
      <dsp:nvSpPr>
        <dsp:cNvPr id="0" name=""/>
        <dsp:cNvSpPr/>
      </dsp:nvSpPr>
      <dsp:spPr>
        <a:xfrm>
          <a:off x="933693" y="4149114"/>
          <a:ext cx="1866739" cy="5530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CARD SCAN </a:t>
          </a:r>
        </a:p>
      </dsp:txBody>
      <dsp:txXfrm>
        <a:off x="949890" y="4165311"/>
        <a:ext cx="1834345" cy="520614"/>
      </dsp:txXfrm>
    </dsp:sp>
    <dsp:sp modelId="{6935F370-CCDC-4C63-9A19-B11165B3E98B}">
      <dsp:nvSpPr>
        <dsp:cNvPr id="0" name=""/>
        <dsp:cNvSpPr/>
      </dsp:nvSpPr>
      <dsp:spPr>
        <a:xfrm rot="5400000">
          <a:off x="1763373" y="4715947"/>
          <a:ext cx="207378" cy="24885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 rot="-5400000">
        <a:off x="1792407" y="4736685"/>
        <a:ext cx="149311" cy="145165"/>
      </dsp:txXfrm>
    </dsp:sp>
    <dsp:sp modelId="{1DFDAAD3-BAB1-4BDC-B44D-91B285D6C923}">
      <dsp:nvSpPr>
        <dsp:cNvPr id="0" name=""/>
        <dsp:cNvSpPr/>
      </dsp:nvSpPr>
      <dsp:spPr>
        <a:xfrm>
          <a:off x="933693" y="4978626"/>
          <a:ext cx="1866739" cy="5530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CHECK-OUT </a:t>
          </a:r>
        </a:p>
      </dsp:txBody>
      <dsp:txXfrm>
        <a:off x="949890" y="4994823"/>
        <a:ext cx="1834345" cy="520614"/>
      </dsp:txXfrm>
    </dsp:sp>
    <dsp:sp modelId="{BC1C592A-0578-4623-A8B8-96FF18E482CE}">
      <dsp:nvSpPr>
        <dsp:cNvPr id="0" name=""/>
        <dsp:cNvSpPr/>
      </dsp:nvSpPr>
      <dsp:spPr>
        <a:xfrm rot="5400000">
          <a:off x="1763373" y="5545459"/>
          <a:ext cx="207378" cy="248853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 rot="-5400000">
        <a:off x="1792407" y="5566197"/>
        <a:ext cx="149311" cy="145165"/>
      </dsp:txXfrm>
    </dsp:sp>
    <dsp:sp modelId="{B4D0AC70-6BBB-46A2-97C2-00F8523ADB03}">
      <dsp:nvSpPr>
        <dsp:cNvPr id="0" name=""/>
        <dsp:cNvSpPr/>
      </dsp:nvSpPr>
      <dsp:spPr>
        <a:xfrm>
          <a:off x="933693" y="5808138"/>
          <a:ext cx="1866739" cy="55300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Duration = 32 min</a:t>
          </a:r>
        </a:p>
      </dsp:txBody>
      <dsp:txXfrm>
        <a:off x="949890" y="5824335"/>
        <a:ext cx="1834345" cy="520614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976026-E9B7-422E-B6F2-7B78753091A5}">
      <dsp:nvSpPr>
        <dsp:cNvPr id="0" name=""/>
        <dsp:cNvSpPr/>
      </dsp:nvSpPr>
      <dsp:spPr>
        <a:xfrm>
          <a:off x="4688757" y="2540744"/>
          <a:ext cx="91440" cy="33845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38454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5347C6-9C50-4897-8F42-606432A08CDD}">
      <dsp:nvSpPr>
        <dsp:cNvPr id="0" name=""/>
        <dsp:cNvSpPr/>
      </dsp:nvSpPr>
      <dsp:spPr>
        <a:xfrm>
          <a:off x="3257098" y="1127832"/>
          <a:ext cx="1477379" cy="33845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0570"/>
              </a:lnTo>
              <a:lnTo>
                <a:pt x="1477379" y="170570"/>
              </a:lnTo>
              <a:lnTo>
                <a:pt x="1477379" y="338454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7E382AB-25DA-4ACE-81FE-1CE89604DC1C}">
      <dsp:nvSpPr>
        <dsp:cNvPr id="0" name=""/>
        <dsp:cNvSpPr/>
      </dsp:nvSpPr>
      <dsp:spPr>
        <a:xfrm>
          <a:off x="1733999" y="3953655"/>
          <a:ext cx="91440" cy="33845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38454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FFAD8A9-0EBB-424D-99F8-70AF03A59C58}">
      <dsp:nvSpPr>
        <dsp:cNvPr id="0" name=""/>
        <dsp:cNvSpPr/>
      </dsp:nvSpPr>
      <dsp:spPr>
        <a:xfrm>
          <a:off x="1733999" y="2540744"/>
          <a:ext cx="91440" cy="33845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38454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D682652-FA46-4E3F-B32D-39DA3F343A4A}">
      <dsp:nvSpPr>
        <dsp:cNvPr id="0" name=""/>
        <dsp:cNvSpPr/>
      </dsp:nvSpPr>
      <dsp:spPr>
        <a:xfrm>
          <a:off x="1779719" y="1127832"/>
          <a:ext cx="1477379" cy="338454"/>
        </a:xfrm>
        <a:custGeom>
          <a:avLst/>
          <a:gdLst/>
          <a:ahLst/>
          <a:cxnLst/>
          <a:rect l="0" t="0" r="0" b="0"/>
          <a:pathLst>
            <a:path>
              <a:moveTo>
                <a:pt x="1477379" y="0"/>
              </a:moveTo>
              <a:lnTo>
                <a:pt x="1477379" y="170570"/>
              </a:lnTo>
              <a:lnTo>
                <a:pt x="0" y="170570"/>
              </a:lnTo>
              <a:lnTo>
                <a:pt x="0" y="338454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7ED78FB-D416-44E6-96F7-93C5C25B8ECA}">
      <dsp:nvSpPr>
        <dsp:cNvPr id="0" name=""/>
        <dsp:cNvSpPr/>
      </dsp:nvSpPr>
      <dsp:spPr>
        <a:xfrm>
          <a:off x="2719869" y="53374"/>
          <a:ext cx="1074457" cy="1074457"/>
        </a:xfrm>
        <a:prstGeom prst="ellipse">
          <a:avLst/>
        </a:prstGeom>
        <a:blipFill>
          <a:blip xmlns:r="http://schemas.openxmlformats.org/officeDocument/2006/relationships" r:embed="rId1"/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B5E4B3-8AE4-4671-9A3A-CB7E48DC33E1}">
      <dsp:nvSpPr>
        <dsp:cNvPr id="0" name=""/>
        <dsp:cNvSpPr/>
      </dsp:nvSpPr>
      <dsp:spPr>
        <a:xfrm>
          <a:off x="3794327" y="50688"/>
          <a:ext cx="1611686" cy="10744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/>
            <a:t>ESP32</a:t>
          </a:r>
          <a:endParaRPr lang="en-US" sz="1700" kern="1200" dirty="0"/>
        </a:p>
      </dsp:txBody>
      <dsp:txXfrm>
        <a:off x="3794327" y="50688"/>
        <a:ext cx="1611686" cy="1074457"/>
      </dsp:txXfrm>
    </dsp:sp>
    <dsp:sp modelId="{9EA7EEF8-5261-4800-8079-A23D7126E574}">
      <dsp:nvSpPr>
        <dsp:cNvPr id="0" name=""/>
        <dsp:cNvSpPr/>
      </dsp:nvSpPr>
      <dsp:spPr>
        <a:xfrm>
          <a:off x="1242490" y="1466286"/>
          <a:ext cx="1074457" cy="1074457"/>
        </a:xfrm>
        <a:prstGeom prst="ellipse">
          <a:avLst/>
        </a:prstGeom>
        <a:blipFill>
          <a:blip xmlns:r="http://schemas.openxmlformats.org/officeDocument/2006/relationships" r:embed="rId2"/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4F6D97-BC63-4C56-BCB5-1CFFD60C10B7}">
      <dsp:nvSpPr>
        <dsp:cNvPr id="0" name=""/>
        <dsp:cNvSpPr/>
      </dsp:nvSpPr>
      <dsp:spPr>
        <a:xfrm>
          <a:off x="2316947" y="1463600"/>
          <a:ext cx="1611686" cy="10744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Wi-Fi</a:t>
          </a:r>
        </a:p>
      </dsp:txBody>
      <dsp:txXfrm>
        <a:off x="2316947" y="1463600"/>
        <a:ext cx="1611686" cy="1074457"/>
      </dsp:txXfrm>
    </dsp:sp>
    <dsp:sp modelId="{EC7C1669-9016-4F7D-BC47-D2F49501B2BB}">
      <dsp:nvSpPr>
        <dsp:cNvPr id="0" name=""/>
        <dsp:cNvSpPr/>
      </dsp:nvSpPr>
      <dsp:spPr>
        <a:xfrm>
          <a:off x="1242490" y="2879198"/>
          <a:ext cx="1074457" cy="1074457"/>
        </a:xfrm>
        <a:prstGeom prst="ellipse">
          <a:avLst/>
        </a:prstGeom>
        <a:blipFill>
          <a:blip xmlns:r="http://schemas.openxmlformats.org/officeDocument/2006/relationships" r:embed="rId3"/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D50481-B698-486A-8A61-80755F1907DF}">
      <dsp:nvSpPr>
        <dsp:cNvPr id="0" name=""/>
        <dsp:cNvSpPr/>
      </dsp:nvSpPr>
      <dsp:spPr>
        <a:xfrm>
          <a:off x="2316947" y="2876511"/>
          <a:ext cx="1611686" cy="10744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/>
            <a:t>Attendance.php</a:t>
          </a:r>
          <a:endParaRPr lang="en-US" sz="1700" kern="1200" dirty="0"/>
        </a:p>
      </dsp:txBody>
      <dsp:txXfrm>
        <a:off x="2316947" y="2876511"/>
        <a:ext cx="1611686" cy="1074457"/>
      </dsp:txXfrm>
    </dsp:sp>
    <dsp:sp modelId="{86C3CA74-3901-41C1-B88D-C91DE7DF192C}">
      <dsp:nvSpPr>
        <dsp:cNvPr id="0" name=""/>
        <dsp:cNvSpPr/>
      </dsp:nvSpPr>
      <dsp:spPr>
        <a:xfrm>
          <a:off x="1242490" y="4292109"/>
          <a:ext cx="1074457" cy="1074457"/>
        </a:xfrm>
        <a:prstGeom prst="ellipse">
          <a:avLst/>
        </a:prstGeom>
        <a:blipFill>
          <a:blip xmlns:r="http://schemas.openxmlformats.org/officeDocument/2006/relationships" r:embed="rId4"/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143BE1-CF6D-4BDC-B349-7A7ABF120277}">
      <dsp:nvSpPr>
        <dsp:cNvPr id="0" name=""/>
        <dsp:cNvSpPr/>
      </dsp:nvSpPr>
      <dsp:spPr>
        <a:xfrm>
          <a:off x="2316947" y="4289423"/>
          <a:ext cx="1611686" cy="10744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/>
            <a:t>Attendance.csv</a:t>
          </a:r>
          <a:endParaRPr lang="en-US" sz="1700" kern="1200" dirty="0"/>
        </a:p>
      </dsp:txBody>
      <dsp:txXfrm>
        <a:off x="2316947" y="4289423"/>
        <a:ext cx="1611686" cy="1074457"/>
      </dsp:txXfrm>
    </dsp:sp>
    <dsp:sp modelId="{EDAD37C9-5D0C-4B15-BC7D-FAFAC325D4A0}">
      <dsp:nvSpPr>
        <dsp:cNvPr id="0" name=""/>
        <dsp:cNvSpPr/>
      </dsp:nvSpPr>
      <dsp:spPr>
        <a:xfrm>
          <a:off x="4197248" y="1466286"/>
          <a:ext cx="1074457" cy="1074457"/>
        </a:xfrm>
        <a:prstGeom prst="ellipse">
          <a:avLst/>
        </a:prstGeom>
        <a:blipFill>
          <a:blip xmlns:r="http://schemas.openxmlformats.org/officeDocument/2006/relationships" r:embed="rId5"/>
          <a:srcRect/>
          <a:stretch>
            <a:fillRect t="-6000" b="-6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F8375C-24BA-430E-8836-FF3FC49B9CF3}">
      <dsp:nvSpPr>
        <dsp:cNvPr id="0" name=""/>
        <dsp:cNvSpPr/>
      </dsp:nvSpPr>
      <dsp:spPr>
        <a:xfrm>
          <a:off x="5271706" y="1463600"/>
          <a:ext cx="1611686" cy="10744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MicroSD</a:t>
          </a:r>
        </a:p>
      </dsp:txBody>
      <dsp:txXfrm>
        <a:off x="5271706" y="1463600"/>
        <a:ext cx="1611686" cy="1074457"/>
      </dsp:txXfrm>
    </dsp:sp>
    <dsp:sp modelId="{0A479D3B-81DB-4505-BFDA-7DA1F3F0F858}">
      <dsp:nvSpPr>
        <dsp:cNvPr id="0" name=""/>
        <dsp:cNvSpPr/>
      </dsp:nvSpPr>
      <dsp:spPr>
        <a:xfrm>
          <a:off x="4197248" y="2879198"/>
          <a:ext cx="1074457" cy="1074457"/>
        </a:xfrm>
        <a:prstGeom prst="ellipse">
          <a:avLst/>
        </a:prstGeom>
        <a:blipFill>
          <a:blip xmlns:r="http://schemas.openxmlformats.org/officeDocument/2006/relationships" r:embed="rId4"/>
          <a:srcRect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BC5A59-2E11-4B9A-BC61-F68B366676B0}">
      <dsp:nvSpPr>
        <dsp:cNvPr id="0" name=""/>
        <dsp:cNvSpPr/>
      </dsp:nvSpPr>
      <dsp:spPr>
        <a:xfrm>
          <a:off x="5271706" y="2876511"/>
          <a:ext cx="1611686" cy="10744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 err="1"/>
            <a:t>Attendance.csv</a:t>
          </a:r>
          <a:endParaRPr lang="en-US" sz="1700" kern="1200" dirty="0"/>
        </a:p>
      </dsp:txBody>
      <dsp:txXfrm>
        <a:off x="5271706" y="2876511"/>
        <a:ext cx="1611686" cy="1074457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F02AD4-A350-4944-8574-AC22D1435DC4}">
      <dsp:nvSpPr>
        <dsp:cNvPr id="0" name=""/>
        <dsp:cNvSpPr/>
      </dsp:nvSpPr>
      <dsp:spPr>
        <a:xfrm>
          <a:off x="2751" y="0"/>
          <a:ext cx="2816648" cy="584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55245" rIns="110490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Data Storage</a:t>
          </a:r>
        </a:p>
      </dsp:txBody>
      <dsp:txXfrm>
        <a:off x="31297" y="28546"/>
        <a:ext cx="2759556" cy="527682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D21DF6-169A-4210-9368-6E7D722CF494}">
      <dsp:nvSpPr>
        <dsp:cNvPr id="0" name=""/>
        <dsp:cNvSpPr/>
      </dsp:nvSpPr>
      <dsp:spPr>
        <a:xfrm>
          <a:off x="612946" y="0"/>
          <a:ext cx="2816053" cy="7620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0" lvl="0" indent="0" algn="l" defTabSz="8445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A Real-World Hardware Challenge: SPI Bus Conflict</a:t>
          </a:r>
        </a:p>
      </dsp:txBody>
      <dsp:txXfrm>
        <a:off x="650144" y="37198"/>
        <a:ext cx="2741657" cy="687604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2B15343-83AD-468D-8D41-2CD0EE69E213}">
      <dsp:nvSpPr>
        <dsp:cNvPr id="0" name=""/>
        <dsp:cNvSpPr/>
      </dsp:nvSpPr>
      <dsp:spPr>
        <a:xfrm>
          <a:off x="26245" y="0"/>
          <a:ext cx="8710509" cy="161102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Initially, an SD card module featuring an </a:t>
          </a:r>
          <a:r>
            <a:rPr lang="en-US" sz="2000" kern="1200" dirty="0" err="1"/>
            <a:t>AMS1117</a:t>
          </a:r>
          <a:r>
            <a:rPr lang="en-US" sz="2000" kern="1200" dirty="0"/>
            <a:t> voltage regulator and a </a:t>
          </a:r>
          <a:r>
            <a:rPr lang="en-US" sz="2000" kern="1200" dirty="0" err="1"/>
            <a:t>74HC125</a:t>
          </a:r>
          <a:r>
            <a:rPr lang="en-US" sz="2000" kern="1200" dirty="0"/>
            <a:t> logic buffer was used. After connecting this module, communication with the </a:t>
          </a:r>
          <a:r>
            <a:rPr lang="en-US" sz="2000" kern="1200" dirty="0" err="1"/>
            <a:t>MFRC522</a:t>
          </a:r>
          <a:r>
            <a:rPr lang="en-US" sz="2000" kern="1200" dirty="0"/>
            <a:t> RFID reader became unstable, resulting in invalid values such as </a:t>
          </a:r>
          <a:r>
            <a:rPr lang="en-US" sz="2000" kern="1200" dirty="0" err="1"/>
            <a:t>0xFF</a:t>
          </a:r>
          <a:r>
            <a:rPr lang="en-US" sz="2000" kern="1200" dirty="0"/>
            <a:t>.</a:t>
          </a:r>
        </a:p>
      </dsp:txBody>
      <dsp:txXfrm>
        <a:off x="1919316" y="0"/>
        <a:ext cx="6817438" cy="1611027"/>
      </dsp:txXfrm>
    </dsp:sp>
    <dsp:sp modelId="{601BC3BE-22DC-4C23-94D0-BD2C82F20ADC}">
      <dsp:nvSpPr>
        <dsp:cNvPr id="0" name=""/>
        <dsp:cNvSpPr/>
      </dsp:nvSpPr>
      <dsp:spPr>
        <a:xfrm>
          <a:off x="151879" y="197997"/>
          <a:ext cx="1752600" cy="1215032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/>
          <a:srcRect/>
          <a:stretch>
            <a:fillRect t="-10000" b="-10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A4BC82-5785-4952-AD20-3DE1904CD4F8}">
      <dsp:nvSpPr>
        <dsp:cNvPr id="0" name=""/>
        <dsp:cNvSpPr/>
      </dsp:nvSpPr>
      <dsp:spPr>
        <a:xfrm>
          <a:off x="0" y="1762906"/>
          <a:ext cx="8763000" cy="151879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Disconnecting the SD module’s MISO line revealed that the issue was caused by interference on the SPI bus.</a:t>
          </a:r>
        </a:p>
      </dsp:txBody>
      <dsp:txXfrm>
        <a:off x="1904479" y="1762906"/>
        <a:ext cx="6858520" cy="1518791"/>
      </dsp:txXfrm>
    </dsp:sp>
    <dsp:sp modelId="{DBA58094-325A-4780-BA0A-1CDD26646C82}">
      <dsp:nvSpPr>
        <dsp:cNvPr id="0" name=""/>
        <dsp:cNvSpPr/>
      </dsp:nvSpPr>
      <dsp:spPr>
        <a:xfrm>
          <a:off x="151879" y="1914785"/>
          <a:ext cx="1752600" cy="1215032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2"/>
          <a:srcRect/>
          <a:stretch>
            <a:fillRect l="-24000" r="-24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79D8B7-59AA-4BB7-BA89-9D91226A548F}">
      <dsp:nvSpPr>
        <dsp:cNvPr id="0" name=""/>
        <dsp:cNvSpPr/>
      </dsp:nvSpPr>
      <dsp:spPr>
        <a:xfrm>
          <a:off x="0" y="3433576"/>
          <a:ext cx="8763000" cy="151879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To resolve the issue, a </a:t>
          </a:r>
          <a:r>
            <a:rPr lang="en-US" sz="2000" kern="1200" dirty="0" err="1"/>
            <a:t>3.3V</a:t>
          </a:r>
          <a:r>
            <a:rPr lang="en-US" sz="2000" kern="1200" dirty="0"/>
            <a:t> logic-level microSD module was used, and separate CS (Chip Select) pins for the RFID and SD modules were managed in the firmware.</a:t>
          </a:r>
        </a:p>
      </dsp:txBody>
      <dsp:txXfrm>
        <a:off x="1904479" y="3433576"/>
        <a:ext cx="6858520" cy="1518791"/>
      </dsp:txXfrm>
    </dsp:sp>
    <dsp:sp modelId="{3E10D012-C139-4291-BD01-A11DECD4AD18}">
      <dsp:nvSpPr>
        <dsp:cNvPr id="0" name=""/>
        <dsp:cNvSpPr/>
      </dsp:nvSpPr>
      <dsp:spPr>
        <a:xfrm>
          <a:off x="151879" y="3585455"/>
          <a:ext cx="1752600" cy="1215032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3"/>
          <a:srcRect/>
          <a:stretch>
            <a:fillRect t="-29000" b="-29000"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EECE67-0D2C-4273-A619-6A59B2B3F07F}">
      <dsp:nvSpPr>
        <dsp:cNvPr id="0" name=""/>
        <dsp:cNvSpPr/>
      </dsp:nvSpPr>
      <dsp:spPr>
        <a:xfrm>
          <a:off x="1823616" y="656"/>
          <a:ext cx="1381966" cy="76775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/>
            <a:t>ESP32</a:t>
          </a:r>
          <a:r>
            <a:rPr lang="en-US" sz="2000" kern="1200" dirty="0"/>
            <a:t> </a:t>
          </a:r>
          <a:r>
            <a:rPr lang="en-US" sz="2000" kern="1200" dirty="0" err="1"/>
            <a:t>3.3V</a:t>
          </a:r>
          <a:r>
            <a:rPr lang="en-US" sz="2000" kern="1200" dirty="0"/>
            <a:t> GPIO</a:t>
          </a:r>
        </a:p>
      </dsp:txBody>
      <dsp:txXfrm>
        <a:off x="1846103" y="23143"/>
        <a:ext cx="1336992" cy="722785"/>
      </dsp:txXfrm>
    </dsp:sp>
    <dsp:sp modelId="{224FA933-9749-4E8A-AE84-2EFDD99F2C7B}">
      <dsp:nvSpPr>
        <dsp:cNvPr id="0" name=""/>
        <dsp:cNvSpPr/>
      </dsp:nvSpPr>
      <dsp:spPr>
        <a:xfrm rot="5400000">
          <a:off x="2370645" y="787609"/>
          <a:ext cx="287909" cy="34549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2410953" y="816400"/>
        <a:ext cx="207295" cy="201536"/>
      </dsp:txXfrm>
    </dsp:sp>
    <dsp:sp modelId="{21D6690A-3BA1-416C-8642-1FE276E72614}">
      <dsp:nvSpPr>
        <dsp:cNvPr id="0" name=""/>
        <dsp:cNvSpPr/>
      </dsp:nvSpPr>
      <dsp:spPr>
        <a:xfrm>
          <a:off x="1823616" y="1152295"/>
          <a:ext cx="1381966" cy="76775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Logic Level Shifter</a:t>
          </a:r>
        </a:p>
      </dsp:txBody>
      <dsp:txXfrm>
        <a:off x="1846103" y="1174782"/>
        <a:ext cx="1336992" cy="722785"/>
      </dsp:txXfrm>
    </dsp:sp>
    <dsp:sp modelId="{6A2FDB07-0025-4049-886B-1F2A14580ACC}">
      <dsp:nvSpPr>
        <dsp:cNvPr id="0" name=""/>
        <dsp:cNvSpPr/>
      </dsp:nvSpPr>
      <dsp:spPr>
        <a:xfrm rot="5400000">
          <a:off x="2370645" y="1939248"/>
          <a:ext cx="287909" cy="34549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2410953" y="1968039"/>
        <a:ext cx="207295" cy="201536"/>
      </dsp:txXfrm>
    </dsp:sp>
    <dsp:sp modelId="{D06F42ED-A870-475B-98A9-172DEB953342}">
      <dsp:nvSpPr>
        <dsp:cNvPr id="0" name=""/>
        <dsp:cNvSpPr/>
      </dsp:nvSpPr>
      <dsp:spPr>
        <a:xfrm>
          <a:off x="1823616" y="2303934"/>
          <a:ext cx="1381966" cy="76775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/>
            <a:t>5V</a:t>
          </a:r>
          <a:r>
            <a:rPr lang="en-US" sz="2000" kern="1200" dirty="0"/>
            <a:t> Logic</a:t>
          </a:r>
        </a:p>
      </dsp:txBody>
      <dsp:txXfrm>
        <a:off x="1846103" y="2326421"/>
        <a:ext cx="1336992" cy="722785"/>
      </dsp:txXfrm>
    </dsp:sp>
    <dsp:sp modelId="{C8628319-849D-4514-87E0-AFB0C2F00999}">
      <dsp:nvSpPr>
        <dsp:cNvPr id="0" name=""/>
        <dsp:cNvSpPr/>
      </dsp:nvSpPr>
      <dsp:spPr>
        <a:xfrm rot="5400000">
          <a:off x="2370645" y="3090887"/>
          <a:ext cx="287909" cy="34549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2410953" y="3119678"/>
        <a:ext cx="207295" cy="201536"/>
      </dsp:txXfrm>
    </dsp:sp>
    <dsp:sp modelId="{4BEE1685-1150-4F02-8683-E9435B132B4C}">
      <dsp:nvSpPr>
        <dsp:cNvPr id="0" name=""/>
        <dsp:cNvSpPr/>
      </dsp:nvSpPr>
      <dsp:spPr>
        <a:xfrm>
          <a:off x="1823616" y="3455573"/>
          <a:ext cx="1381966" cy="76775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/>
            <a:t>5V</a:t>
          </a:r>
          <a:r>
            <a:rPr lang="en-US" sz="2000" kern="1200" dirty="0"/>
            <a:t> Relay</a:t>
          </a:r>
        </a:p>
      </dsp:txBody>
      <dsp:txXfrm>
        <a:off x="1846103" y="3478060"/>
        <a:ext cx="1336992" cy="722785"/>
      </dsp:txXfrm>
    </dsp:sp>
    <dsp:sp modelId="{2439E5B4-9859-438B-B9C9-E57D0B0035B4}">
      <dsp:nvSpPr>
        <dsp:cNvPr id="0" name=""/>
        <dsp:cNvSpPr/>
      </dsp:nvSpPr>
      <dsp:spPr>
        <a:xfrm rot="5400000">
          <a:off x="2370645" y="4242526"/>
          <a:ext cx="287909" cy="345491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2410953" y="4271317"/>
        <a:ext cx="207295" cy="201536"/>
      </dsp:txXfrm>
    </dsp:sp>
    <dsp:sp modelId="{2F2273C4-5E3E-4D4B-AB42-C88F5F6756A9}">
      <dsp:nvSpPr>
        <dsp:cNvPr id="0" name=""/>
        <dsp:cNvSpPr/>
      </dsp:nvSpPr>
      <dsp:spPr>
        <a:xfrm>
          <a:off x="1823616" y="4607212"/>
          <a:ext cx="1381966" cy="767759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Load / Door Lock</a:t>
          </a:r>
        </a:p>
      </dsp:txBody>
      <dsp:txXfrm>
        <a:off x="1846103" y="4629699"/>
        <a:ext cx="1336992" cy="722785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B54D86-8398-4E93-854A-78EEDAC91626}">
      <dsp:nvSpPr>
        <dsp:cNvPr id="0" name=""/>
        <dsp:cNvSpPr/>
      </dsp:nvSpPr>
      <dsp:spPr>
        <a:xfrm>
          <a:off x="0" y="0"/>
          <a:ext cx="2209800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kern="1200" baseline="0" dirty="0"/>
            <a:t>OLED Interface</a:t>
          </a:r>
          <a:endParaRPr lang="en-US" sz="2200" kern="1200" dirty="0"/>
        </a:p>
      </dsp:txBody>
      <dsp:txXfrm>
        <a:off x="25759" y="25759"/>
        <a:ext cx="2158282" cy="476152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6B8837-6745-47E2-944B-728219AE6F63}">
      <dsp:nvSpPr>
        <dsp:cNvPr id="0" name=""/>
        <dsp:cNvSpPr/>
      </dsp:nvSpPr>
      <dsp:spPr>
        <a:xfrm>
          <a:off x="0" y="26884"/>
          <a:ext cx="2284730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r" defTabSz="844550" rtl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kern="1200" baseline="0" dirty="0"/>
            <a:t>Connecting to Server</a:t>
          </a:r>
          <a:endParaRPr lang="en-US" sz="1900" kern="1200" dirty="0"/>
        </a:p>
      </dsp:txBody>
      <dsp:txXfrm>
        <a:off x="22246" y="49130"/>
        <a:ext cx="2240238" cy="411223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176807-BB9E-4196-9A2A-AF8CED79E821}">
      <dsp:nvSpPr>
        <dsp:cNvPr id="0" name=""/>
        <dsp:cNvSpPr/>
      </dsp:nvSpPr>
      <dsp:spPr>
        <a:xfrm>
          <a:off x="1194057" y="2289"/>
          <a:ext cx="1650485" cy="85186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ESP32</a:t>
          </a:r>
          <a:endParaRPr lang="en-US" sz="1800" kern="1200" dirty="0"/>
        </a:p>
      </dsp:txBody>
      <dsp:txXfrm>
        <a:off x="1219007" y="27239"/>
        <a:ext cx="1600585" cy="801963"/>
      </dsp:txXfrm>
    </dsp:sp>
    <dsp:sp modelId="{DF376551-937D-4144-A88E-95D2C322BF48}">
      <dsp:nvSpPr>
        <dsp:cNvPr id="0" name=""/>
        <dsp:cNvSpPr/>
      </dsp:nvSpPr>
      <dsp:spPr>
        <a:xfrm rot="5400000">
          <a:off x="1859575" y="875449"/>
          <a:ext cx="319448" cy="38333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1904298" y="907394"/>
        <a:ext cx="230002" cy="223614"/>
      </dsp:txXfrm>
    </dsp:sp>
    <dsp:sp modelId="{59D554AF-C7F4-46C7-9701-17C480C1ED6B}">
      <dsp:nvSpPr>
        <dsp:cNvPr id="0" name=""/>
        <dsp:cNvSpPr/>
      </dsp:nvSpPr>
      <dsp:spPr>
        <a:xfrm>
          <a:off x="1194057" y="1280084"/>
          <a:ext cx="1650485" cy="85186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HTTP POST</a:t>
          </a:r>
        </a:p>
      </dsp:txBody>
      <dsp:txXfrm>
        <a:off x="1219007" y="1305034"/>
        <a:ext cx="1600585" cy="801963"/>
      </dsp:txXfrm>
    </dsp:sp>
    <dsp:sp modelId="{D7D14620-D4E4-49A3-B358-DB13CFD3FB15}">
      <dsp:nvSpPr>
        <dsp:cNvPr id="0" name=""/>
        <dsp:cNvSpPr/>
      </dsp:nvSpPr>
      <dsp:spPr>
        <a:xfrm rot="5400000">
          <a:off x="1859575" y="2153244"/>
          <a:ext cx="319448" cy="38333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1904298" y="2185189"/>
        <a:ext cx="230002" cy="223614"/>
      </dsp:txXfrm>
    </dsp:sp>
    <dsp:sp modelId="{C3EFEA91-1745-459E-B21C-6A42F56EABC2}">
      <dsp:nvSpPr>
        <dsp:cNvPr id="0" name=""/>
        <dsp:cNvSpPr/>
      </dsp:nvSpPr>
      <dsp:spPr>
        <a:xfrm>
          <a:off x="1194057" y="2557879"/>
          <a:ext cx="1650485" cy="85186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Apache/ PHP</a:t>
          </a:r>
        </a:p>
      </dsp:txBody>
      <dsp:txXfrm>
        <a:off x="1219007" y="2582829"/>
        <a:ext cx="1600585" cy="801963"/>
      </dsp:txXfrm>
    </dsp:sp>
    <dsp:sp modelId="{97A0B47A-363D-4693-A510-1C1315F04816}">
      <dsp:nvSpPr>
        <dsp:cNvPr id="0" name=""/>
        <dsp:cNvSpPr/>
      </dsp:nvSpPr>
      <dsp:spPr>
        <a:xfrm rot="5400000">
          <a:off x="1859575" y="3431039"/>
          <a:ext cx="319448" cy="38333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1904298" y="3462984"/>
        <a:ext cx="230002" cy="223614"/>
      </dsp:txXfrm>
    </dsp:sp>
    <dsp:sp modelId="{C5859301-A5F5-4FB5-85B6-0EF20241455B}">
      <dsp:nvSpPr>
        <dsp:cNvPr id="0" name=""/>
        <dsp:cNvSpPr/>
      </dsp:nvSpPr>
      <dsp:spPr>
        <a:xfrm>
          <a:off x="1194057" y="3835674"/>
          <a:ext cx="1650485" cy="85186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Attendance.csv</a:t>
          </a:r>
          <a:endParaRPr lang="en-US" sz="1800" kern="1200" dirty="0"/>
        </a:p>
      </dsp:txBody>
      <dsp:txXfrm>
        <a:off x="1219007" y="3860624"/>
        <a:ext cx="1600585" cy="801963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3A2802-C78D-42A0-AC0B-EB1158ACBEC3}">
      <dsp:nvSpPr>
        <dsp:cNvPr id="0" name=""/>
        <dsp:cNvSpPr/>
      </dsp:nvSpPr>
      <dsp:spPr>
        <a:xfrm>
          <a:off x="1687757" y="731"/>
          <a:ext cx="1806083" cy="5992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Arduino IDE </a:t>
          </a:r>
        </a:p>
      </dsp:txBody>
      <dsp:txXfrm>
        <a:off x="1705309" y="18283"/>
        <a:ext cx="1770979" cy="564153"/>
      </dsp:txXfrm>
    </dsp:sp>
    <dsp:sp modelId="{8CFBE17B-871F-4923-8F61-77B4648C6E82}">
      <dsp:nvSpPr>
        <dsp:cNvPr id="0" name=""/>
        <dsp:cNvSpPr/>
      </dsp:nvSpPr>
      <dsp:spPr>
        <a:xfrm rot="5400000">
          <a:off x="2478438" y="614970"/>
          <a:ext cx="224721" cy="26966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-5400000">
        <a:off x="2509899" y="637442"/>
        <a:ext cx="161799" cy="157305"/>
      </dsp:txXfrm>
    </dsp:sp>
    <dsp:sp modelId="{2AE07CE0-46AF-429A-97F6-6825E72C3FD9}">
      <dsp:nvSpPr>
        <dsp:cNvPr id="0" name=""/>
        <dsp:cNvSpPr/>
      </dsp:nvSpPr>
      <dsp:spPr>
        <a:xfrm>
          <a:off x="1687757" y="899618"/>
          <a:ext cx="1806083" cy="5992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Compile</a:t>
          </a:r>
        </a:p>
      </dsp:txBody>
      <dsp:txXfrm>
        <a:off x="1705309" y="917170"/>
        <a:ext cx="1770979" cy="564153"/>
      </dsp:txXfrm>
    </dsp:sp>
    <dsp:sp modelId="{1CB97A77-81FC-467A-AA6A-2D4EDB03A106}">
      <dsp:nvSpPr>
        <dsp:cNvPr id="0" name=""/>
        <dsp:cNvSpPr/>
      </dsp:nvSpPr>
      <dsp:spPr>
        <a:xfrm rot="5400000">
          <a:off x="2478438" y="1513857"/>
          <a:ext cx="224721" cy="26966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-5400000">
        <a:off x="2509899" y="1536329"/>
        <a:ext cx="161799" cy="157305"/>
      </dsp:txXfrm>
    </dsp:sp>
    <dsp:sp modelId="{897C324C-9F55-4D93-98F2-6B2B41026513}">
      <dsp:nvSpPr>
        <dsp:cNvPr id="0" name=""/>
        <dsp:cNvSpPr/>
      </dsp:nvSpPr>
      <dsp:spPr>
        <a:xfrm>
          <a:off x="1687757" y="1798504"/>
          <a:ext cx="1806083" cy="5992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.bin </a:t>
          </a:r>
        </a:p>
      </dsp:txBody>
      <dsp:txXfrm>
        <a:off x="1705309" y="1816056"/>
        <a:ext cx="1770979" cy="564153"/>
      </dsp:txXfrm>
    </dsp:sp>
    <dsp:sp modelId="{723C7EAF-B95F-49DA-BA35-8B9E227E659C}">
      <dsp:nvSpPr>
        <dsp:cNvPr id="0" name=""/>
        <dsp:cNvSpPr/>
      </dsp:nvSpPr>
      <dsp:spPr>
        <a:xfrm rot="5400000">
          <a:off x="2478438" y="2412744"/>
          <a:ext cx="224721" cy="26966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-5400000">
        <a:off x="2509899" y="2435216"/>
        <a:ext cx="161799" cy="157305"/>
      </dsp:txXfrm>
    </dsp:sp>
    <dsp:sp modelId="{B753D9E7-5CAE-4529-9BD5-9925576CCB4F}">
      <dsp:nvSpPr>
        <dsp:cNvPr id="0" name=""/>
        <dsp:cNvSpPr/>
      </dsp:nvSpPr>
      <dsp:spPr>
        <a:xfrm>
          <a:off x="1687757" y="2697391"/>
          <a:ext cx="1806083" cy="5992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Browser</a:t>
          </a:r>
        </a:p>
      </dsp:txBody>
      <dsp:txXfrm>
        <a:off x="1705309" y="2714943"/>
        <a:ext cx="1770979" cy="564153"/>
      </dsp:txXfrm>
    </dsp:sp>
    <dsp:sp modelId="{65441083-97EC-4B43-8FE9-B953BEE7288C}">
      <dsp:nvSpPr>
        <dsp:cNvPr id="0" name=""/>
        <dsp:cNvSpPr/>
      </dsp:nvSpPr>
      <dsp:spPr>
        <a:xfrm rot="5400000">
          <a:off x="2478438" y="3311630"/>
          <a:ext cx="224721" cy="26966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-5400000">
        <a:off x="2509899" y="3334102"/>
        <a:ext cx="161799" cy="157305"/>
      </dsp:txXfrm>
    </dsp:sp>
    <dsp:sp modelId="{64665F52-9E1A-4A37-BD32-667171111270}">
      <dsp:nvSpPr>
        <dsp:cNvPr id="0" name=""/>
        <dsp:cNvSpPr/>
      </dsp:nvSpPr>
      <dsp:spPr>
        <a:xfrm>
          <a:off x="1687757" y="3596278"/>
          <a:ext cx="1806083" cy="5992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Upload Firmware </a:t>
          </a:r>
        </a:p>
      </dsp:txBody>
      <dsp:txXfrm>
        <a:off x="1705309" y="3613830"/>
        <a:ext cx="1770979" cy="564153"/>
      </dsp:txXfrm>
    </dsp:sp>
    <dsp:sp modelId="{F908EA70-3D27-424C-8432-A189BCE56C85}">
      <dsp:nvSpPr>
        <dsp:cNvPr id="0" name=""/>
        <dsp:cNvSpPr/>
      </dsp:nvSpPr>
      <dsp:spPr>
        <a:xfrm rot="5400000">
          <a:off x="2478438" y="4210517"/>
          <a:ext cx="224721" cy="26966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-5400000">
        <a:off x="2509899" y="4232989"/>
        <a:ext cx="161799" cy="157305"/>
      </dsp:txXfrm>
    </dsp:sp>
    <dsp:sp modelId="{4133A16B-5448-458D-BCCC-B1053856F8D2}">
      <dsp:nvSpPr>
        <dsp:cNvPr id="0" name=""/>
        <dsp:cNvSpPr/>
      </dsp:nvSpPr>
      <dsp:spPr>
        <a:xfrm>
          <a:off x="1687757" y="4495164"/>
          <a:ext cx="1806083" cy="5992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100% </a:t>
          </a:r>
        </a:p>
      </dsp:txBody>
      <dsp:txXfrm>
        <a:off x="1705309" y="4512716"/>
        <a:ext cx="1770979" cy="564153"/>
      </dsp:txXfrm>
    </dsp:sp>
    <dsp:sp modelId="{757F894B-C285-43FC-BBE3-14AFE9E1EFF9}">
      <dsp:nvSpPr>
        <dsp:cNvPr id="0" name=""/>
        <dsp:cNvSpPr/>
      </dsp:nvSpPr>
      <dsp:spPr>
        <a:xfrm rot="5400000">
          <a:off x="2478438" y="5109404"/>
          <a:ext cx="224721" cy="26966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-5400000">
        <a:off x="2509899" y="5131876"/>
        <a:ext cx="161799" cy="157305"/>
      </dsp:txXfrm>
    </dsp:sp>
    <dsp:sp modelId="{B736FD14-6FEB-42CA-9604-14C2420483A2}">
      <dsp:nvSpPr>
        <dsp:cNvPr id="0" name=""/>
        <dsp:cNvSpPr/>
      </dsp:nvSpPr>
      <dsp:spPr>
        <a:xfrm>
          <a:off x="1687757" y="5394051"/>
          <a:ext cx="1806083" cy="59925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ESP32</a:t>
          </a:r>
          <a:r>
            <a:rPr lang="en-US" sz="1800" kern="1200" dirty="0"/>
            <a:t> Restart</a:t>
          </a:r>
        </a:p>
      </dsp:txBody>
      <dsp:txXfrm>
        <a:off x="1705309" y="5411603"/>
        <a:ext cx="1770979" cy="5641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BendingPictureBlocks">
  <dgm:title val=""/>
  <dgm:desc val=""/>
  <dgm:catLst>
    <dgm:cat type="picture" pri="8000"/>
    <dgm:cat type="pictureconvert" pri="8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h" fact="1.61"/>
      <dgm:constr type="h" for="ch" forName="composite" refType="h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alg type="composite">
          <dgm:param type="ar" val="1.3908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rect1" refType="w" fact="0.3"/>
              <dgm:constr type="t" for="ch" forName="rect1" refType="h" fact="0"/>
              <dgm:constr type="w" for="ch" forName="rect1" refType="h" fact="1.12"/>
              <dgm:constr type="h" for="ch" forName="rect1" refType="h" fact="0.942"/>
              <dgm:constr type="l" for="ch" forName="rect2" refType="w" fact="0"/>
              <dgm:constr type="t" for="ch" forName="rect2" refType="h" fact="0.396"/>
              <dgm:constr type="w" for="ch" forName="rect2" refType="h" fact="0.607"/>
              <dgm:constr type="h" for="ch" forName="rect2" refType="h" fact="0.607"/>
            </dgm:constrLst>
          </dgm:if>
          <dgm:else name="Name6">
            <dgm:constrLst>
              <dgm:constr type="l" for="ch" forName="rect1" refType="w" fact="0"/>
              <dgm:constr type="t" for="ch" forName="rect1" refType="h" fact="0"/>
              <dgm:constr type="w" for="ch" forName="rect1" refType="h" fact="1.12"/>
              <dgm:constr type="h" for="ch" forName="rect1" refType="h" fact="0.942"/>
              <dgm:constr type="l" for="ch" forName="rect2" refType="w" fact="0.63"/>
              <dgm:constr type="t" for="ch" forName="rect2" refType="h" fact="0.396"/>
              <dgm:constr type="w" for="ch" forName="rect2" refType="h" fact="0.607"/>
              <dgm:constr type="h" for="ch" forName="rect2" refType="h" fact="0.607"/>
            </dgm:constrLst>
          </dgm:else>
        </dgm:choose>
        <dgm:layoutNode name="rect1" styleLbl="b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rect2" styleLbl="node1">
          <dgm:varLst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9/layout/CirclePictureHierarchy">
  <dgm:title val=""/>
  <dgm:desc val=""/>
  <dgm:catLst>
    <dgm:cat type="hierarchy" pri="1750"/>
    <dgm:cat type="picture" pri="23000"/>
    <dgm:cat type="pictureconvert" pri="2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5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h" for="ch" forName="image" refType="h" fact="0.8"/>
              <dgm:constr type="w" for="ch" forName="image" refType="h" refFor="ch" refForName="image"/>
              <dgm:constr type="t" for="ch" forName="image" refType="h" fact="0.1"/>
              <dgm:constr type="l" for="ch" forName="image"/>
              <dgm:constr type="w" for="ch" forName="text" refType="w" fact="0.6"/>
              <dgm:constr type="h" for="ch" forName="text" refType="h" fact="0.8"/>
              <dgm:constr type="t" for="ch" forName="text" refType="w" fact="0.04"/>
              <dgm:constr type="l" for="ch" forName="text" refType="w" fact="0.4"/>
            </dgm:constrLst>
            <dgm:ruleLst/>
            <dgm:layoutNode name="image" styleLbl="node0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  <dgm:layoutNode name="text" styleLbl="revTx">
              <dgm:varLst>
                <dgm:chPref val="3"/>
              </dgm:varLst>
              <dgm:alg type="tx">
                <dgm:param type="parTxLTRAlign" val="l"/>
                <dgm:param type="parTxRTLAlign" val="r"/>
              </dgm:alg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image"/>
                    <dgm:param type="dstNode" val="image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h" for="ch" forName="image2" refType="h" fact="0.8"/>
                      <dgm:constr type="w" for="ch" forName="image2" refType="h" refFor="ch" refForName="image2"/>
                      <dgm:constr type="t" for="ch" forName="image2" refType="h" fact="0.1"/>
                      <dgm:constr type="l" for="ch" forName="image2"/>
                      <dgm:constr type="w" for="ch" forName="text2" refType="w" fact="0.6"/>
                      <dgm:constr type="h" for="ch" forName="text2" refType="h" fact="0.8"/>
                      <dgm:constr type="t" for="ch" forName="text2" refType="w" fact="0.04"/>
                      <dgm:constr type="l" for="ch" forName="text2" refType="w" fact="0.4"/>
                    </dgm:constrLst>
                    <dgm:ruleLst/>
                    <dgm:layoutNode name="image2">
                      <dgm:alg type="sp"/>
                      <dgm:shape xmlns:r="http://schemas.openxmlformats.org/officeDocument/2006/relationships" type="ellipse" r:blip="" blipPhldr="1">
                        <dgm:adjLst/>
                      </dgm:shape>
                      <dgm:presOf/>
                      <dgm:constrLst/>
                      <dgm:ruleLst/>
                    </dgm:layoutNode>
                    <dgm:layoutNode name="text2" styleLbl="revTx">
                      <dgm:varLst>
                        <dgm:chPref val="3"/>
                      </dgm:varLst>
                      <dgm:alg type="tx">
                        <dgm:param type="parTxLTRAlign" val="l"/>
                        <dgm:param type="parTxRTLAlign" val="r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image2"/>
                            <dgm:param type="dstNode" val="image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h" for="ch" forName="image3" refType="h" fact="0.8"/>
                              <dgm:constr type="w" for="ch" forName="image3" refType="h" refFor="ch" refForName="image3"/>
                              <dgm:constr type="t" for="ch" forName="image3" refType="h" fact="0.1"/>
                              <dgm:constr type="l" for="ch" forName="image3"/>
                              <dgm:constr type="w" for="ch" forName="text3" refType="w" fact="0.6"/>
                              <dgm:constr type="h" for="ch" forName="text3" refType="h" fact="0.8"/>
                              <dgm:constr type="t" for="ch" forName="text3" refType="w" fact="0.04"/>
                              <dgm:constr type="l" for="ch" forName="text3" refType="w" fact="0.4"/>
                            </dgm:constrLst>
                            <dgm:ruleLst/>
                            <dgm:layoutNode name="image3">
                              <dgm:alg type="sp"/>
                              <dgm:shape xmlns:r="http://schemas.openxmlformats.org/officeDocument/2006/relationships" type="ellipse" r:blip="" blipPhldr="1">
                                <dgm:adjLst/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revTx">
                              <dgm:varLst>
                                <dgm:chPref val="3"/>
                              </dgm:varLst>
                              <dgm:alg type="tx">
                                <dgm:param type="parTxLTRAlign" val="l"/>
                                <dgm:param type="parTxRTLAlign" val="r"/>
                              </dgm:alg>
                              <dgm:shape xmlns:r="http://schemas.openxmlformats.org/officeDocument/2006/relationships" type="rect" r:blip="">
                                <dgm:adjLst/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3"/>
                                        <dgm:param type="dstNode" val="image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4"/>
                                        <dgm:param type="dstNode" val="image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h" for="ch" forName="image4" refType="h" fact="0.8"/>
                                      <dgm:constr type="w" for="ch" forName="image4" refType="h" refFor="ch" refForName="image4"/>
                                      <dgm:constr type="t" for="ch" forName="image4" refType="h" fact="0.1"/>
                                      <dgm:constr type="l" for="ch" forName="image4"/>
                                      <dgm:constr type="w" for="ch" forName="text4" refType="w" fact="0.6"/>
                                      <dgm:constr type="h" for="ch" forName="text4" refType="h" fact="0.8"/>
                                      <dgm:constr type="t" for="ch" forName="text4" refType="w" fact="0.04"/>
                                      <dgm:constr type="l" for="ch" forName="text4" refType="w" fact="0.4"/>
                                    </dgm:constrLst>
                                    <dgm:ruleLst/>
                                    <dgm:layoutNode name="image4">
                                      <dgm:alg type="sp"/>
                                      <dgm:shape xmlns:r="http://schemas.openxmlformats.org/officeDocument/2006/relationships" type="ellipse" r:blip="" blipPhldr="1">
                                        <dgm:adjLst/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revTx">
                                      <dgm:varLst>
                                        <dgm:chPref val="3"/>
                                      </dgm:varLst>
                                      <dgm:alg type="tx">
                                        <dgm:param type="parTxLTRAlign" val="l"/>
                                        <dgm:param type="parTxRTLAlign" val="r"/>
                                      </dgm:alg>
                                      <dgm:shape xmlns:r="http://schemas.openxmlformats.org/officeDocument/2006/relationships" type="rect" r:blip="">
                                        <dgm:adjLst/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#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#6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#7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#8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#9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#10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#1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#1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#1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#1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#1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#16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#17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#18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#19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10/17/2026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t>10/17/2026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2290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10/17/2026</a:t>
            </a:fld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10/17/2026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10/17/2026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10/17/2026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10/17/2026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10/17/2026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10/17/2026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10/17/2026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10/17/2026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10/17/2026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10/17/2026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FD029-FB74-4578-B929-F66AA97659CA}" type="datetimeFigureOut">
              <a:rPr lang="en-US"/>
              <a:pPr/>
              <a:t>10/17/2026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.xml"/><Relationship Id="rId3" Type="http://schemas.openxmlformats.org/officeDocument/2006/relationships/diagramLayout" Target="../diagrams/layout4.xml"/><Relationship Id="rId7" Type="http://schemas.openxmlformats.org/officeDocument/2006/relationships/diagramData" Target="../diagrams/data5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.xml"/><Relationship Id="rId11" Type="http://schemas.microsoft.com/office/2007/relationships/diagramDrawing" Target="../diagrams/drawing5.xml"/><Relationship Id="rId5" Type="http://schemas.openxmlformats.org/officeDocument/2006/relationships/diagramColors" Target="../diagrams/colors4.xml"/><Relationship Id="rId10" Type="http://schemas.openxmlformats.org/officeDocument/2006/relationships/diagramColors" Target="../diagrams/colors5.xml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8.xml"/><Relationship Id="rId3" Type="http://schemas.openxmlformats.org/officeDocument/2006/relationships/diagramLayout" Target="../diagrams/layout7.xml"/><Relationship Id="rId7" Type="http://schemas.openxmlformats.org/officeDocument/2006/relationships/diagramData" Target="../diagrams/data8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7.xml"/><Relationship Id="rId11" Type="http://schemas.microsoft.com/office/2007/relationships/diagramDrawing" Target="../diagrams/drawing8.xml"/><Relationship Id="rId5" Type="http://schemas.openxmlformats.org/officeDocument/2006/relationships/diagramColors" Target="../diagrams/colors7.xml"/><Relationship Id="rId10" Type="http://schemas.openxmlformats.org/officeDocument/2006/relationships/diagramColors" Target="../diagrams/colors8.xml"/><Relationship Id="rId4" Type="http://schemas.openxmlformats.org/officeDocument/2006/relationships/diagramQuickStyle" Target="../diagrams/quickStyle7.xml"/><Relationship Id="rId9" Type="http://schemas.openxmlformats.org/officeDocument/2006/relationships/diagramQuickStyle" Target="../diagrams/quickStyle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7" Type="http://schemas.openxmlformats.org/officeDocument/2006/relationships/image" Target="../media/image11.jpeg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diagramLayout" Target="../diagrams/layout10.xml"/><Relationship Id="rId7" Type="http://schemas.openxmlformats.org/officeDocument/2006/relationships/image" Target="../media/image12.png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2.xml"/><Relationship Id="rId3" Type="http://schemas.openxmlformats.org/officeDocument/2006/relationships/diagramLayout" Target="../diagrams/layout11.xml"/><Relationship Id="rId7" Type="http://schemas.openxmlformats.org/officeDocument/2006/relationships/diagramData" Target="../diagrams/data12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1.xml"/><Relationship Id="rId11" Type="http://schemas.microsoft.com/office/2007/relationships/diagramDrawing" Target="../diagrams/drawing12.xml"/><Relationship Id="rId5" Type="http://schemas.openxmlformats.org/officeDocument/2006/relationships/diagramColors" Target="../diagrams/colors11.xml"/><Relationship Id="rId10" Type="http://schemas.openxmlformats.org/officeDocument/2006/relationships/diagramColors" Target="../diagrams/colors12.xml"/><Relationship Id="rId4" Type="http://schemas.openxmlformats.org/officeDocument/2006/relationships/diagramQuickStyle" Target="../diagrams/quickStyle11.xml"/><Relationship Id="rId9" Type="http://schemas.openxmlformats.org/officeDocument/2006/relationships/diagramQuickStyle" Target="../diagrams/quickStyle1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4.xml"/><Relationship Id="rId3" Type="http://schemas.openxmlformats.org/officeDocument/2006/relationships/diagramLayout" Target="../diagrams/layout13.xml"/><Relationship Id="rId7" Type="http://schemas.openxmlformats.org/officeDocument/2006/relationships/diagramData" Target="../diagrams/data14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3.xml"/><Relationship Id="rId11" Type="http://schemas.microsoft.com/office/2007/relationships/diagramDrawing" Target="../diagrams/drawing14.xml"/><Relationship Id="rId5" Type="http://schemas.openxmlformats.org/officeDocument/2006/relationships/diagramColors" Target="../diagrams/colors13.xml"/><Relationship Id="rId10" Type="http://schemas.openxmlformats.org/officeDocument/2006/relationships/diagramColors" Target="../diagrams/colors14.xml"/><Relationship Id="rId4" Type="http://schemas.openxmlformats.org/officeDocument/2006/relationships/diagramQuickStyle" Target="../diagrams/quickStyle13.xml"/><Relationship Id="rId9" Type="http://schemas.openxmlformats.org/officeDocument/2006/relationships/diagramQuickStyle" Target="../diagrams/quickStyle1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g"/><Relationship Id="rId3" Type="http://schemas.openxmlformats.org/officeDocument/2006/relationships/diagramLayout" Target="../diagrams/layout15.xml"/><Relationship Id="rId7" Type="http://schemas.openxmlformats.org/officeDocument/2006/relationships/image" Target="../media/image21.png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g"/><Relationship Id="rId3" Type="http://schemas.openxmlformats.org/officeDocument/2006/relationships/diagramLayout" Target="../diagrams/layout16.xml"/><Relationship Id="rId7" Type="http://schemas.openxmlformats.org/officeDocument/2006/relationships/image" Target="../media/image23.jpg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Relationship Id="rId9" Type="http://schemas.openxmlformats.org/officeDocument/2006/relationships/image" Target="../media/image25.jp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8.xml"/><Relationship Id="rId13" Type="http://schemas.openxmlformats.org/officeDocument/2006/relationships/image" Target="../media/image27.png"/><Relationship Id="rId3" Type="http://schemas.openxmlformats.org/officeDocument/2006/relationships/diagramLayout" Target="../diagrams/layout17.xml"/><Relationship Id="rId7" Type="http://schemas.openxmlformats.org/officeDocument/2006/relationships/diagramData" Target="../diagrams/data18.xml"/><Relationship Id="rId12" Type="http://schemas.openxmlformats.org/officeDocument/2006/relationships/image" Target="../media/image26.png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7.xml"/><Relationship Id="rId11" Type="http://schemas.microsoft.com/office/2007/relationships/diagramDrawing" Target="../diagrams/drawing18.xml"/><Relationship Id="rId5" Type="http://schemas.openxmlformats.org/officeDocument/2006/relationships/diagramColors" Target="../diagrams/colors17.xml"/><Relationship Id="rId10" Type="http://schemas.openxmlformats.org/officeDocument/2006/relationships/diagramColors" Target="../diagrams/colors18.xml"/><Relationship Id="rId4" Type="http://schemas.openxmlformats.org/officeDocument/2006/relationships/diagramQuickStyle" Target="../diagrams/quickStyle17.xml"/><Relationship Id="rId9" Type="http://schemas.openxmlformats.org/officeDocument/2006/relationships/diagramQuickStyle" Target="../diagrams/quickStyle18.xml"/><Relationship Id="rId1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diagramLayout" Target="../diagrams/layout19.xml"/><Relationship Id="rId7" Type="http://schemas.openxmlformats.org/officeDocument/2006/relationships/image" Target="../media/image29.png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44C8F8BF-5F61-93EC-B239-019B0AAB16F4}"/>
              </a:ext>
            </a:extLst>
          </p:cNvPr>
          <p:cNvGrpSpPr/>
          <p:nvPr/>
        </p:nvGrpSpPr>
        <p:grpSpPr>
          <a:xfrm>
            <a:off x="989012" y="381000"/>
            <a:ext cx="5983069" cy="954107"/>
            <a:chOff x="0" y="0"/>
            <a:chExt cx="5983069" cy="954107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C8CBEB6F-0E82-F442-F580-194B3D12C0A8}"/>
                </a:ext>
              </a:extLst>
            </p:cNvPr>
            <p:cNvSpPr/>
            <p:nvPr/>
          </p:nvSpPr>
          <p:spPr>
            <a:xfrm>
              <a:off x="0" y="0"/>
              <a:ext cx="5983069" cy="954107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" name="Rectangle: Rounded Corners 4">
              <a:extLst>
                <a:ext uri="{FF2B5EF4-FFF2-40B4-BE49-F238E27FC236}">
                  <a16:creationId xmlns:a16="http://schemas.microsoft.com/office/drawing/2014/main" id="{647B6C43-990C-6631-DFCC-0DF20E05AA0E}"/>
                </a:ext>
              </a:extLst>
            </p:cNvPr>
            <p:cNvSpPr txBox="1"/>
            <p:nvPr/>
          </p:nvSpPr>
          <p:spPr>
            <a:xfrm>
              <a:off x="93152" y="93152"/>
              <a:ext cx="5889917" cy="86095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9060" tIns="49530" rIns="99060" bIns="49530" numCol="1" spcCol="1270" anchor="ctr" anchorCtr="0">
              <a:noAutofit/>
            </a:bodyPr>
            <a:lstStyle/>
            <a:p>
              <a:pPr lvl="0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600" dirty="0" err="1"/>
                <a:t>ESP32</a:t>
              </a:r>
              <a:r>
                <a:rPr lang="en-US" sz="2600" dirty="0"/>
                <a:t> RFID Attendance &amp; Access Control System</a:t>
              </a:r>
              <a:endParaRPr lang="en-US" sz="2600" kern="1200" dirty="0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9B6A2B3D-263A-7E55-DC36-6E5279CA80EB}"/>
              </a:ext>
            </a:extLst>
          </p:cNvPr>
          <p:cNvGrpSpPr/>
          <p:nvPr/>
        </p:nvGrpSpPr>
        <p:grpSpPr>
          <a:xfrm>
            <a:off x="989012" y="1676400"/>
            <a:ext cx="8735325" cy="914940"/>
            <a:chOff x="0" y="19583"/>
            <a:chExt cx="8735325" cy="914940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3AA124BC-953E-77CE-2465-2BFDB6C7B873}"/>
                </a:ext>
              </a:extLst>
            </p:cNvPr>
            <p:cNvSpPr/>
            <p:nvPr/>
          </p:nvSpPr>
          <p:spPr>
            <a:xfrm>
              <a:off x="0" y="19583"/>
              <a:ext cx="8735325" cy="91494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" name="Rectangle: Rounded Corners 4">
              <a:extLst>
                <a:ext uri="{FF2B5EF4-FFF2-40B4-BE49-F238E27FC236}">
                  <a16:creationId xmlns:a16="http://schemas.microsoft.com/office/drawing/2014/main" id="{C2E0A689-B82E-A560-D3C8-4E29C55786F8}"/>
                </a:ext>
              </a:extLst>
            </p:cNvPr>
            <p:cNvSpPr txBox="1"/>
            <p:nvPr/>
          </p:nvSpPr>
          <p:spPr>
            <a:xfrm>
              <a:off x="44664" y="64247"/>
              <a:ext cx="8645997" cy="82561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7630" tIns="87630" rIns="87630" bIns="87630" numCol="1" spcCol="1270" anchor="ctr" anchorCtr="0">
              <a:noAutofit/>
            </a:bodyPr>
            <a:lstStyle/>
            <a:p>
              <a:pPr lvl="0" defTabSz="1022350">
                <a:spcBef>
                  <a:spcPct val="0"/>
                </a:spcBef>
                <a:spcAft>
                  <a:spcPct val="35000"/>
                </a:spcAft>
              </a:pPr>
              <a:r>
                <a:rPr lang="en-US" sz="2000" dirty="0"/>
                <a:t>Design and implementation of an embedded system for user identification, access control, attendance tracking, and over-the-air (OTA) updates.</a:t>
              </a:r>
              <a:endParaRPr lang="en-US" sz="2300" kern="1200" dirty="0"/>
            </a:p>
          </p:txBody>
        </p:sp>
      </p:grpSp>
      <p:sp>
        <p:nvSpPr>
          <p:cNvPr id="12" name="Flowchart: Process 11">
            <a:extLst>
              <a:ext uri="{FF2B5EF4-FFF2-40B4-BE49-F238E27FC236}">
                <a16:creationId xmlns:a16="http://schemas.microsoft.com/office/drawing/2014/main" id="{0420083A-8679-595A-2550-FA0C64D13E2D}"/>
              </a:ext>
            </a:extLst>
          </p:cNvPr>
          <p:cNvSpPr/>
          <p:nvPr/>
        </p:nvSpPr>
        <p:spPr>
          <a:xfrm>
            <a:off x="4799012" y="2971261"/>
            <a:ext cx="4648200" cy="2590800"/>
          </a:xfrm>
          <a:prstGeom prst="flowChartProcess">
            <a:avLst/>
          </a:prstGeom>
          <a:blipFill>
            <a:blip r:embed="rId2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72FD241D-9A4E-A912-7479-805D62BE0E1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23192419"/>
              </p:ext>
            </p:extLst>
          </p:nvPr>
        </p:nvGraphicFramePr>
        <p:xfrm>
          <a:off x="989012" y="228600"/>
          <a:ext cx="3200400" cy="660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57277A68-1F54-E677-6653-EFB7AC25BD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09763810"/>
              </p:ext>
            </p:extLst>
          </p:nvPr>
        </p:nvGraphicFramePr>
        <p:xfrm>
          <a:off x="2665412" y="3810000"/>
          <a:ext cx="6858000" cy="39274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B427B93F-6CA9-55E9-DCBA-E0134FD132F4}"/>
              </a:ext>
            </a:extLst>
          </p:cNvPr>
          <p:cNvSpPr txBox="1"/>
          <p:nvPr/>
        </p:nvSpPr>
        <p:spPr>
          <a:xfrm>
            <a:off x="989012" y="1371600"/>
            <a:ext cx="8763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3600" dirty="0"/>
              <a:t>User identification using RFID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3600" dirty="0"/>
              <a:t>Time-based access control for each user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3600" dirty="0"/>
              <a:t>Employee check-in and check-out tracking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3600" dirty="0"/>
              <a:t>Local and server-side data storage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3600" dirty="0"/>
              <a:t>System status display on an OLED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3600" dirty="0"/>
              <a:t>Wi-Fi-based firmware updates (OTA)</a:t>
            </a:r>
          </a:p>
        </p:txBody>
      </p:sp>
    </p:spTree>
    <p:extLst>
      <p:ext uri="{BB962C8B-B14F-4D97-AF65-F5344CB8AC3E}">
        <p14:creationId xmlns:p14="http://schemas.microsoft.com/office/powerpoint/2010/main" val="352911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ED46A588-FF33-154E-966B-EB1A4D6225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26819207"/>
              </p:ext>
            </p:extLst>
          </p:nvPr>
        </p:nvGraphicFramePr>
        <p:xfrm>
          <a:off x="3275012" y="914400"/>
          <a:ext cx="8125883" cy="54172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BDB54CEB-336A-3509-2014-A9908749B0D4}"/>
              </a:ext>
            </a:extLst>
          </p:cNvPr>
          <p:cNvSpPr txBox="1"/>
          <p:nvPr/>
        </p:nvSpPr>
        <p:spPr>
          <a:xfrm>
            <a:off x="7466012" y="2514600"/>
            <a:ext cx="457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SPI</a:t>
            </a:r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DB21E74-BD50-5F0F-F2F8-04FA035A02DE}"/>
              </a:ext>
            </a:extLst>
          </p:cNvPr>
          <p:cNvGrpSpPr/>
          <p:nvPr/>
        </p:nvGrpSpPr>
        <p:grpSpPr>
          <a:xfrm>
            <a:off x="1293812" y="590602"/>
            <a:ext cx="3122772" cy="647595"/>
            <a:chOff x="0" y="6402"/>
            <a:chExt cx="3122772" cy="647595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11389F4E-0889-D3DE-EAFD-82B1E1D3ECA9}"/>
                </a:ext>
              </a:extLst>
            </p:cNvPr>
            <p:cNvSpPr/>
            <p:nvPr/>
          </p:nvSpPr>
          <p:spPr>
            <a:xfrm>
              <a:off x="0" y="6402"/>
              <a:ext cx="3122772" cy="647595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4" name="Rectangle: Rounded Corners 4">
              <a:extLst>
                <a:ext uri="{FF2B5EF4-FFF2-40B4-BE49-F238E27FC236}">
                  <a16:creationId xmlns:a16="http://schemas.microsoft.com/office/drawing/2014/main" id="{50E4600C-7633-AA53-8070-D4DE47BE5B2D}"/>
                </a:ext>
              </a:extLst>
            </p:cNvPr>
            <p:cNvSpPr txBox="1"/>
            <p:nvPr/>
          </p:nvSpPr>
          <p:spPr>
            <a:xfrm>
              <a:off x="31613" y="38015"/>
              <a:ext cx="3059546" cy="58436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02870" tIns="102870" rIns="102870" bIns="102870" numCol="1" spcCol="1270" anchor="ctr" anchorCtr="0">
              <a:noAutofit/>
            </a:bodyPr>
            <a:lstStyle/>
            <a:p>
              <a:pPr lvl="0" algn="ctr" defTabSz="1200150">
                <a:spcBef>
                  <a:spcPct val="0"/>
                </a:spcBef>
                <a:spcAft>
                  <a:spcPct val="35000"/>
                </a:spcAft>
              </a:pPr>
              <a:r>
                <a:rPr lang="en-US" dirty="0"/>
                <a:t>System Architecture</a:t>
              </a:r>
              <a:endParaRPr lang="en-US" sz="20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1484811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BDE13ED7-9091-998E-3EE6-E3C28E0F2C0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00551102"/>
              </p:ext>
            </p:extLst>
          </p:nvPr>
        </p:nvGraphicFramePr>
        <p:xfrm>
          <a:off x="1141412" y="609600"/>
          <a:ext cx="3124200" cy="736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BD4D4DB1-B1B2-8BA2-1733-8E8ABBDCF43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41334272"/>
              </p:ext>
            </p:extLst>
          </p:nvPr>
        </p:nvGraphicFramePr>
        <p:xfrm>
          <a:off x="1674812" y="1375398"/>
          <a:ext cx="8984508" cy="5232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341911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8174DFA9-19A9-BD88-2AD7-65A407E24DA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23398855"/>
              </p:ext>
            </p:extLst>
          </p:nvPr>
        </p:nvGraphicFramePr>
        <p:xfrm>
          <a:off x="1141412" y="533400"/>
          <a:ext cx="3960972" cy="812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2F360AED-9195-FE4F-E5A0-E6CFCA86F1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7792069"/>
              </p:ext>
            </p:extLst>
          </p:nvPr>
        </p:nvGraphicFramePr>
        <p:xfrm>
          <a:off x="5484812" y="762000"/>
          <a:ext cx="6144684" cy="557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8228">
                  <a:extLst>
                    <a:ext uri="{9D8B030D-6E8A-4147-A177-3AD203B41FA5}">
                      <a16:colId xmlns:a16="http://schemas.microsoft.com/office/drawing/2014/main" val="3253670504"/>
                    </a:ext>
                  </a:extLst>
                </a:gridCol>
                <a:gridCol w="2048228">
                  <a:extLst>
                    <a:ext uri="{9D8B030D-6E8A-4147-A177-3AD203B41FA5}">
                      <a16:colId xmlns:a16="http://schemas.microsoft.com/office/drawing/2014/main" val="1147126386"/>
                    </a:ext>
                  </a:extLst>
                </a:gridCol>
                <a:gridCol w="2048228">
                  <a:extLst>
                    <a:ext uri="{9D8B030D-6E8A-4147-A177-3AD203B41FA5}">
                      <a16:colId xmlns:a16="http://schemas.microsoft.com/office/drawing/2014/main" val="1227354584"/>
                    </a:ext>
                  </a:extLst>
                </a:gridCol>
              </a:tblGrid>
              <a:tr h="2918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Module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Protocols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ESP32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723991"/>
                  </a:ext>
                </a:extLst>
              </a:tr>
              <a:tr h="7588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MFRC522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SCK=18, MISO=19, MOSI=23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4802958"/>
                  </a:ext>
                </a:extLst>
              </a:tr>
              <a:tr h="2918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MFRC522 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Digital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GPIO 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3046098"/>
                  </a:ext>
                </a:extLst>
              </a:tr>
              <a:tr h="2918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MFRC522 RST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Digital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GPIO 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1374836"/>
                  </a:ext>
                </a:extLst>
              </a:tr>
              <a:tr h="2918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microSD 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Digital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GPIO 13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2447731"/>
                  </a:ext>
                </a:extLst>
              </a:tr>
              <a:tr h="2918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DS1307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I²C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SDA=21, SCL=22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7010713"/>
                  </a:ext>
                </a:extLst>
              </a:tr>
              <a:tr h="2918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OLED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I²C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SDA=21, SCL=22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72541737"/>
                  </a:ext>
                </a:extLst>
              </a:tr>
              <a:tr h="2918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Relay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Digital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GPIO 27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4682459"/>
                  </a:ext>
                </a:extLst>
              </a:tr>
              <a:tr h="2918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Buzzer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Digital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GPIO 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0637854"/>
                  </a:ext>
                </a:extLst>
              </a:tr>
            </a:tbl>
          </a:graphicData>
        </a:graphic>
      </p:graphicFrame>
      <p:sp>
        <p:nvSpPr>
          <p:cNvPr id="16" name="Rectangle: Diagonal Corners Snipped 15">
            <a:extLst>
              <a:ext uri="{FF2B5EF4-FFF2-40B4-BE49-F238E27FC236}">
                <a16:creationId xmlns:a16="http://schemas.microsoft.com/office/drawing/2014/main" id="{CD66641F-387C-91FC-7010-0E3F5811C239}"/>
              </a:ext>
            </a:extLst>
          </p:cNvPr>
          <p:cNvSpPr/>
          <p:nvPr/>
        </p:nvSpPr>
        <p:spPr>
          <a:xfrm>
            <a:off x="1063784" y="3200400"/>
            <a:ext cx="4038600" cy="2514600"/>
          </a:xfrm>
          <a:prstGeom prst="snip2DiagRect">
            <a:avLst/>
          </a:prstGeom>
          <a:blipFill>
            <a:blip r:embed="rId8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4123189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BDA853CC-06D1-E8FE-034B-B7E65401F8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50927687"/>
              </p:ext>
            </p:extLst>
          </p:nvPr>
        </p:nvGraphicFramePr>
        <p:xfrm>
          <a:off x="1065212" y="152400"/>
          <a:ext cx="10668000" cy="5943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934FF4A6-1CF4-74B1-BF37-6ABCBFBC1D34}"/>
              </a:ext>
            </a:extLst>
          </p:cNvPr>
          <p:cNvGrpSpPr/>
          <p:nvPr/>
        </p:nvGrpSpPr>
        <p:grpSpPr>
          <a:xfrm>
            <a:off x="1141412" y="4038600"/>
            <a:ext cx="7162800" cy="515970"/>
            <a:chOff x="0" y="157513"/>
            <a:chExt cx="6553200" cy="515970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3A5A805F-8E43-829A-D175-03A985579876}"/>
                </a:ext>
              </a:extLst>
            </p:cNvPr>
            <p:cNvSpPr/>
            <p:nvPr/>
          </p:nvSpPr>
          <p:spPr>
            <a:xfrm>
              <a:off x="0" y="157513"/>
              <a:ext cx="6553200" cy="51597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" name="Rectangle: Rounded Corners 4">
              <a:extLst>
                <a:ext uri="{FF2B5EF4-FFF2-40B4-BE49-F238E27FC236}">
                  <a16:creationId xmlns:a16="http://schemas.microsoft.com/office/drawing/2014/main" id="{DA1AA572-57E0-9FA7-6D3D-F4A06B130A73}"/>
                </a:ext>
              </a:extLst>
            </p:cNvPr>
            <p:cNvSpPr txBox="1"/>
            <p:nvPr/>
          </p:nvSpPr>
          <p:spPr>
            <a:xfrm>
              <a:off x="25188" y="182701"/>
              <a:ext cx="6502824" cy="46559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anchor="ctr" anchorCtr="0">
              <a:noAutofit/>
            </a:bodyPr>
            <a:lstStyle/>
            <a:p>
              <a:r>
                <a:rPr lang="en-US" sz="1600" dirty="0"/>
                <a:t>Note: After displaying the result, the system returns to the next card-scanning stage.</a:t>
              </a:r>
            </a:p>
          </p:txBody>
        </p:sp>
      </p:grpSp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24AA729A-2B67-D43C-3EC9-38B975CF9F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3183208"/>
              </p:ext>
            </p:extLst>
          </p:nvPr>
        </p:nvGraphicFramePr>
        <p:xfrm>
          <a:off x="544467" y="533400"/>
          <a:ext cx="3886200" cy="6307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4264977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50E43A6A-21CE-84A5-6E58-F5DFF6F391E6}"/>
              </a:ext>
            </a:extLst>
          </p:cNvPr>
          <p:cNvGrpSpPr/>
          <p:nvPr/>
        </p:nvGrpSpPr>
        <p:grpSpPr>
          <a:xfrm>
            <a:off x="1141412" y="381000"/>
            <a:ext cx="4189572" cy="634953"/>
            <a:chOff x="0" y="23"/>
            <a:chExt cx="4189572" cy="634953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CF329C58-55E1-AAF0-1000-CFF2F3A827AA}"/>
                </a:ext>
              </a:extLst>
            </p:cNvPr>
            <p:cNvSpPr/>
            <p:nvPr/>
          </p:nvSpPr>
          <p:spPr>
            <a:xfrm>
              <a:off x="0" y="23"/>
              <a:ext cx="4189572" cy="634953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Rectangle: Rounded Corners 4">
              <a:extLst>
                <a:ext uri="{FF2B5EF4-FFF2-40B4-BE49-F238E27FC236}">
                  <a16:creationId xmlns:a16="http://schemas.microsoft.com/office/drawing/2014/main" id="{01B47201-E6C8-4BBF-28D7-5BA8004D00E2}"/>
                </a:ext>
              </a:extLst>
            </p:cNvPr>
            <p:cNvSpPr txBox="1"/>
            <p:nvPr/>
          </p:nvSpPr>
          <p:spPr>
            <a:xfrm>
              <a:off x="30996" y="31019"/>
              <a:ext cx="4127580" cy="57296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21920" tIns="121920" rIns="121920" bIns="121920" numCol="1" spcCol="1270" anchor="ctr" anchorCtr="0">
              <a:noAutofit/>
            </a:bodyPr>
            <a:lstStyle/>
            <a:p>
              <a:pPr lvl="0" algn="ctr" defTabSz="1422400" rtl="1">
                <a:spcBef>
                  <a:spcPct val="0"/>
                </a:spcBef>
                <a:spcAft>
                  <a:spcPct val="35000"/>
                </a:spcAft>
              </a:pPr>
              <a:r>
                <a:rPr lang="en-US" sz="2800" dirty="0"/>
                <a:t>Time-Based Access Control</a:t>
              </a:r>
              <a:endParaRPr lang="en-US" sz="2800" kern="1200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DF25408-0AEA-97C5-B6EE-A11F6AD19DF6}"/>
              </a:ext>
            </a:extLst>
          </p:cNvPr>
          <p:cNvGrpSpPr/>
          <p:nvPr/>
        </p:nvGrpSpPr>
        <p:grpSpPr>
          <a:xfrm>
            <a:off x="1141412" y="1295400"/>
            <a:ext cx="4572000" cy="455715"/>
            <a:chOff x="113442" y="0"/>
            <a:chExt cx="4994788" cy="455715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F3E061A5-E76C-7803-3BBB-02453C820E22}"/>
                </a:ext>
              </a:extLst>
            </p:cNvPr>
            <p:cNvSpPr/>
            <p:nvPr/>
          </p:nvSpPr>
          <p:spPr>
            <a:xfrm>
              <a:off x="113442" y="0"/>
              <a:ext cx="4994788" cy="455715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4" name="Rectangle: Rounded Corners 4">
              <a:extLst>
                <a:ext uri="{FF2B5EF4-FFF2-40B4-BE49-F238E27FC236}">
                  <a16:creationId xmlns:a16="http://schemas.microsoft.com/office/drawing/2014/main" id="{B878C0BB-C9DC-982F-BA20-C29A74D0167D}"/>
                </a:ext>
              </a:extLst>
            </p:cNvPr>
            <p:cNvSpPr txBox="1"/>
            <p:nvPr/>
          </p:nvSpPr>
          <p:spPr>
            <a:xfrm>
              <a:off x="135688" y="22246"/>
              <a:ext cx="4950296" cy="41122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8580" tIns="68580" rIns="68580" bIns="68580" numCol="1" spcCol="1270" anchor="ctr" anchorCtr="0">
              <a:noAutofit/>
            </a:bodyPr>
            <a:lstStyle/>
            <a:p>
              <a:pPr lvl="0" defTabSz="800100" rtl="1">
                <a:spcBef>
                  <a:spcPct val="0"/>
                </a:spcBef>
                <a:spcAft>
                  <a:spcPct val="35000"/>
                </a:spcAft>
              </a:pPr>
              <a:r>
                <a:rPr lang="en-US" sz="1400" dirty="0"/>
                <a:t>Each RFID card has its own designated access time window.</a:t>
              </a:r>
              <a:endParaRPr lang="en-US" sz="1400" kern="120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0B1CA5D-4511-560E-32B6-E81350B15C66}"/>
              </a:ext>
            </a:extLst>
          </p:cNvPr>
          <p:cNvGrpSpPr/>
          <p:nvPr/>
        </p:nvGrpSpPr>
        <p:grpSpPr>
          <a:xfrm>
            <a:off x="1189336" y="2030562"/>
            <a:ext cx="768889" cy="461333"/>
            <a:chOff x="2887285" y="0"/>
            <a:chExt cx="768889" cy="46133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28B9FDB-5BB6-05B0-BD3C-BC0998B7FAD4}"/>
                </a:ext>
              </a:extLst>
            </p:cNvPr>
            <p:cNvSpPr/>
            <p:nvPr/>
          </p:nvSpPr>
          <p:spPr>
            <a:xfrm>
              <a:off x="2887285" y="0"/>
              <a:ext cx="768889" cy="461333"/>
            </a:xfrm>
            <a:prstGeom prst="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94759CA-3859-FAAB-4B58-C8C3848C15FD}"/>
                </a:ext>
              </a:extLst>
            </p:cNvPr>
            <p:cNvSpPr txBox="1"/>
            <p:nvPr/>
          </p:nvSpPr>
          <p:spPr>
            <a:xfrm>
              <a:off x="2887285" y="0"/>
              <a:ext cx="768889" cy="46133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0010" tIns="80010" rIns="80010" bIns="80010" numCol="1" spcCol="1270" anchor="ctr" anchorCtr="0">
              <a:noAutofit/>
            </a:bodyPr>
            <a:lstStyle/>
            <a:p>
              <a:pPr marL="0" lvl="0" indent="0" algn="r" defTabSz="933450" rtl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200" kern="1200" dirty="0"/>
                <a:t>Example:</a:t>
              </a:r>
            </a:p>
          </p:txBody>
        </p:sp>
      </p:grp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6ED8E9B9-4F2F-3D1E-5DE4-46EDE13571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4435696"/>
              </p:ext>
            </p:extLst>
          </p:nvPr>
        </p:nvGraphicFramePr>
        <p:xfrm>
          <a:off x="2741612" y="2133600"/>
          <a:ext cx="8125884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8628">
                  <a:extLst>
                    <a:ext uri="{9D8B030D-6E8A-4147-A177-3AD203B41FA5}">
                      <a16:colId xmlns:a16="http://schemas.microsoft.com/office/drawing/2014/main" val="2606403086"/>
                    </a:ext>
                  </a:extLst>
                </a:gridCol>
                <a:gridCol w="2708628">
                  <a:extLst>
                    <a:ext uri="{9D8B030D-6E8A-4147-A177-3AD203B41FA5}">
                      <a16:colId xmlns:a16="http://schemas.microsoft.com/office/drawing/2014/main" val="3738670205"/>
                    </a:ext>
                  </a:extLst>
                </a:gridCol>
                <a:gridCol w="2708628">
                  <a:extLst>
                    <a:ext uri="{9D8B030D-6E8A-4147-A177-3AD203B41FA5}">
                      <a16:colId xmlns:a16="http://schemas.microsoft.com/office/drawing/2014/main" val="32127636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User</a:t>
                      </a:r>
                      <a:endParaRPr lang="fa-I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</a:t>
                      </a:r>
                      <a:r>
                        <a:rPr lang="fa-IR" dirty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OUT</a:t>
                      </a:r>
                      <a:endParaRPr lang="fa-I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6064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Ali Ahmadi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07:30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18:30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57486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Vahid </a:t>
                      </a:r>
                      <a:r>
                        <a:rPr lang="en-US" dirty="0" err="1"/>
                        <a:t>Kordloo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08:00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15:00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0947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Fatemeh Asadi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09:00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17:00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7282632"/>
                  </a:ext>
                </a:extLst>
              </a:tr>
            </a:tbl>
          </a:graphicData>
        </a:graphic>
      </p:graphicFrame>
      <p:graphicFrame>
        <p:nvGraphicFramePr>
          <p:cNvPr id="21" name="Diagram 20">
            <a:extLst>
              <a:ext uri="{FF2B5EF4-FFF2-40B4-BE49-F238E27FC236}">
                <a16:creationId xmlns:a16="http://schemas.microsoft.com/office/drawing/2014/main" id="{D894956A-13EF-8F56-1277-0FCE462C23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4941040"/>
              </p:ext>
            </p:extLst>
          </p:nvPr>
        </p:nvGraphicFramePr>
        <p:xfrm>
          <a:off x="836612" y="4268768"/>
          <a:ext cx="7236068" cy="8309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3" name="Picture 22">
            <a:extLst>
              <a:ext uri="{FF2B5EF4-FFF2-40B4-BE49-F238E27FC236}">
                <a16:creationId xmlns:a16="http://schemas.microsoft.com/office/drawing/2014/main" id="{4AD9EE40-E4ED-B36F-4874-359D73DB157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0412" y="4419600"/>
            <a:ext cx="3447825" cy="1937349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672039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06129C06-056C-73BB-79AC-933C0F95C34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40276875"/>
              </p:ext>
            </p:extLst>
          </p:nvPr>
        </p:nvGraphicFramePr>
        <p:xfrm>
          <a:off x="8151486" y="304800"/>
          <a:ext cx="3734126" cy="6362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10" name="Group 9">
            <a:extLst>
              <a:ext uri="{FF2B5EF4-FFF2-40B4-BE49-F238E27FC236}">
                <a16:creationId xmlns:a16="http://schemas.microsoft.com/office/drawing/2014/main" id="{579A7320-1188-97DC-5B34-CA75F4B73E85}"/>
              </a:ext>
            </a:extLst>
          </p:cNvPr>
          <p:cNvGrpSpPr/>
          <p:nvPr/>
        </p:nvGrpSpPr>
        <p:grpSpPr>
          <a:xfrm>
            <a:off x="1026787" y="328301"/>
            <a:ext cx="3619825" cy="719549"/>
            <a:chOff x="0" y="42449"/>
            <a:chExt cx="2666999" cy="719549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CF8DDC05-BB47-DFB3-62B2-AC2A1DB332E7}"/>
                </a:ext>
              </a:extLst>
            </p:cNvPr>
            <p:cNvSpPr/>
            <p:nvPr/>
          </p:nvSpPr>
          <p:spPr>
            <a:xfrm>
              <a:off x="0" y="42449"/>
              <a:ext cx="2666999" cy="719549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2" name="Rectangle: Rounded Corners 4">
              <a:extLst>
                <a:ext uri="{FF2B5EF4-FFF2-40B4-BE49-F238E27FC236}">
                  <a16:creationId xmlns:a16="http://schemas.microsoft.com/office/drawing/2014/main" id="{3252F4EE-D4F7-EE5C-33DA-041C2DB8C8AA}"/>
                </a:ext>
              </a:extLst>
            </p:cNvPr>
            <p:cNvSpPr txBox="1"/>
            <p:nvPr/>
          </p:nvSpPr>
          <p:spPr>
            <a:xfrm>
              <a:off x="35125" y="77574"/>
              <a:ext cx="2596749" cy="64929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14300" tIns="114300" rIns="114300" bIns="114300" numCol="1" spcCol="1270" anchor="ctr" anchorCtr="0">
              <a:noAutofit/>
            </a:bodyPr>
            <a:lstStyle/>
            <a:p>
              <a:pPr lvl="0" algn="ctr" defTabSz="1333500" rtl="1">
                <a:spcBef>
                  <a:spcPct val="0"/>
                </a:spcBef>
                <a:spcAft>
                  <a:spcPct val="35000"/>
                </a:spcAft>
              </a:pPr>
              <a:r>
                <a:rPr lang="en-US" sz="2000" dirty="0"/>
                <a:t>Check-In / Check-Out Logging</a:t>
              </a:r>
              <a:endParaRPr lang="en-US" sz="2000" kern="1200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CA0C5B3-2CDC-0EDF-0A82-4441237E7D14}"/>
              </a:ext>
            </a:extLst>
          </p:cNvPr>
          <p:cNvGrpSpPr/>
          <p:nvPr/>
        </p:nvGrpSpPr>
        <p:grpSpPr>
          <a:xfrm>
            <a:off x="4988666" y="1047850"/>
            <a:ext cx="3134170" cy="1904760"/>
            <a:chOff x="0" y="0"/>
            <a:chExt cx="3134170" cy="1904760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CDE6E13E-01E9-C8DC-F759-9AE85DD88720}"/>
                </a:ext>
              </a:extLst>
            </p:cNvPr>
            <p:cNvSpPr/>
            <p:nvPr/>
          </p:nvSpPr>
          <p:spPr>
            <a:xfrm>
              <a:off x="0" y="0"/>
              <a:ext cx="3134170" cy="190476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5" name="Rectangle: Rounded Corners 4">
              <a:extLst>
                <a:ext uri="{FF2B5EF4-FFF2-40B4-BE49-F238E27FC236}">
                  <a16:creationId xmlns:a16="http://schemas.microsoft.com/office/drawing/2014/main" id="{9E0C32DE-A9E0-2641-E8BA-2BC31D370A4A}"/>
                </a:ext>
              </a:extLst>
            </p:cNvPr>
            <p:cNvSpPr txBox="1"/>
            <p:nvPr/>
          </p:nvSpPr>
          <p:spPr>
            <a:xfrm>
              <a:off x="92983" y="92983"/>
              <a:ext cx="2948204" cy="171879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3820" tIns="83820" rIns="83820" bIns="83820" numCol="1" spcCol="1270" anchor="ctr" anchorCtr="0">
              <a:noAutofit/>
            </a:bodyPr>
            <a:lstStyle/>
            <a:p>
              <a:pPr lvl="0" defTabSz="977900" rtl="1">
                <a:spcBef>
                  <a:spcPct val="0"/>
                </a:spcBef>
                <a:spcAft>
                  <a:spcPct val="35000"/>
                </a:spcAft>
              </a:pPr>
              <a:r>
                <a:rPr lang="en-US" sz="2000" dirty="0"/>
                <a:t># User check-in status is stored in the </a:t>
              </a:r>
              <a:r>
                <a:rPr lang="en-US" sz="2000" dirty="0" err="1"/>
                <a:t>ESP32’s</a:t>
              </a:r>
              <a:r>
                <a:rPr lang="en-US" sz="2000" dirty="0"/>
                <a:t> internal memory, allowing active check-in states to be recovered after a reset or power outage.</a:t>
              </a:r>
              <a:endParaRPr lang="en-US" sz="2200" kern="1200" dirty="0"/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42BF637F-F956-6D6F-1437-5B83FB45A59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61483" y="4038600"/>
            <a:ext cx="3330210" cy="2429214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695DD33-31D4-FBC5-CB7F-7AA80CEFA2D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12820" y="4038600"/>
            <a:ext cx="3505200" cy="2454851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DA33CEB3-F469-2721-D0FD-A5E0458F80E6}"/>
              </a:ext>
            </a:extLst>
          </p:cNvPr>
          <p:cNvGrpSpPr/>
          <p:nvPr/>
        </p:nvGrpSpPr>
        <p:grpSpPr>
          <a:xfrm>
            <a:off x="2673153" y="3352800"/>
            <a:ext cx="506870" cy="506870"/>
            <a:chOff x="0" y="8175"/>
            <a:chExt cx="506870" cy="50687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CC22F81C-3873-164D-2BA2-62BFA93DAFED}"/>
                </a:ext>
              </a:extLst>
            </p:cNvPr>
            <p:cNvSpPr/>
            <p:nvPr/>
          </p:nvSpPr>
          <p:spPr>
            <a:xfrm>
              <a:off x="0" y="8175"/>
              <a:ext cx="506870" cy="506870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sp>
          <p:nvSpPr>
            <p:cNvPr id="22" name="Oval 4">
              <a:extLst>
                <a:ext uri="{FF2B5EF4-FFF2-40B4-BE49-F238E27FC236}">
                  <a16:creationId xmlns:a16="http://schemas.microsoft.com/office/drawing/2014/main" id="{4B14E026-1E21-6654-7FDD-2EAA60CE62C8}"/>
                </a:ext>
              </a:extLst>
            </p:cNvPr>
            <p:cNvSpPr txBox="1"/>
            <p:nvPr/>
          </p:nvSpPr>
          <p:spPr>
            <a:xfrm>
              <a:off x="74229" y="82404"/>
              <a:ext cx="358412" cy="35841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1111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500" kern="1200" dirty="0"/>
                <a:t>IN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E2FF3E3-5984-5883-1154-33928DEF8EC0}"/>
              </a:ext>
            </a:extLst>
          </p:cNvPr>
          <p:cNvGrpSpPr/>
          <p:nvPr/>
        </p:nvGrpSpPr>
        <p:grpSpPr>
          <a:xfrm>
            <a:off x="6580594" y="3352800"/>
            <a:ext cx="523220" cy="523220"/>
            <a:chOff x="152125" y="0"/>
            <a:chExt cx="523220" cy="523220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85CB3CF8-1E50-DA9E-4183-9F5118F37FB5}"/>
                </a:ext>
              </a:extLst>
            </p:cNvPr>
            <p:cNvSpPr/>
            <p:nvPr/>
          </p:nvSpPr>
          <p:spPr>
            <a:xfrm>
              <a:off x="152125" y="0"/>
              <a:ext cx="523220" cy="523220"/>
            </a:xfrm>
            <a:prstGeom prst="ellips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</p:sp>
        <p:sp>
          <p:nvSpPr>
            <p:cNvPr id="28" name="Oval 4">
              <a:extLst>
                <a:ext uri="{FF2B5EF4-FFF2-40B4-BE49-F238E27FC236}">
                  <a16:creationId xmlns:a16="http://schemas.microsoft.com/office/drawing/2014/main" id="{25C09D98-67DE-1FF6-C094-929CD78F34C1}"/>
                </a:ext>
              </a:extLst>
            </p:cNvPr>
            <p:cNvSpPr txBox="1"/>
            <p:nvPr/>
          </p:nvSpPr>
          <p:spPr>
            <a:xfrm>
              <a:off x="228749" y="76624"/>
              <a:ext cx="369972" cy="36997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  <p:txBody>
            <a:bodyPr spcFirstLastPara="0" vert="horz" wrap="square" lIns="0" tIns="0" rIns="0" bIns="0" numCol="1" spcCol="1270" anchor="ctr" anchorCtr="0">
              <a:noAutofit/>
            </a:bodyPr>
            <a:lstStyle/>
            <a:p>
              <a:pPr marL="0" lvl="0" indent="0" algn="ctr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kern="1200" dirty="0"/>
                <a:t>OUT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7710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0D6660E2-D5AD-30CC-5EFD-CED364899BE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50248816"/>
              </p:ext>
            </p:extLst>
          </p:nvPr>
        </p:nvGraphicFramePr>
        <p:xfrm>
          <a:off x="2894012" y="720372"/>
          <a:ext cx="8125883" cy="54172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8B02B5D9-3FD6-3675-FF55-BDC6DC0CE00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88598288"/>
              </p:ext>
            </p:extLst>
          </p:nvPr>
        </p:nvGraphicFramePr>
        <p:xfrm>
          <a:off x="989012" y="533400"/>
          <a:ext cx="2819400" cy="5847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1405850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7CA4DBCA-1402-36EF-F792-8C6C92A3E5C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51106913"/>
              </p:ext>
            </p:extLst>
          </p:nvPr>
        </p:nvGraphicFramePr>
        <p:xfrm>
          <a:off x="608012" y="381000"/>
          <a:ext cx="3429000" cy="76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D05B4928-23E9-EA7A-EF61-342926FBBD5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92892713"/>
              </p:ext>
            </p:extLst>
          </p:nvPr>
        </p:nvGraphicFramePr>
        <p:xfrm>
          <a:off x="1712912" y="1524000"/>
          <a:ext cx="8763000" cy="495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319046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88C1CDA2-1360-1168-A3C5-7FA50E5E59F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05968386"/>
              </p:ext>
            </p:extLst>
          </p:nvPr>
        </p:nvGraphicFramePr>
        <p:xfrm>
          <a:off x="7389812" y="817386"/>
          <a:ext cx="5029200" cy="53756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9" name="Group 8">
            <a:extLst>
              <a:ext uri="{FF2B5EF4-FFF2-40B4-BE49-F238E27FC236}">
                <a16:creationId xmlns:a16="http://schemas.microsoft.com/office/drawing/2014/main" id="{8BDA170A-1FFE-8469-AAE9-1815A2A1FF72}"/>
              </a:ext>
            </a:extLst>
          </p:cNvPr>
          <p:cNvGrpSpPr/>
          <p:nvPr/>
        </p:nvGrpSpPr>
        <p:grpSpPr>
          <a:xfrm>
            <a:off x="989012" y="533400"/>
            <a:ext cx="3581400" cy="743535"/>
            <a:chOff x="0" y="0"/>
            <a:chExt cx="3810000" cy="743535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3FBC8BEB-F396-FA85-87CE-3C29EF945CED}"/>
                </a:ext>
              </a:extLst>
            </p:cNvPr>
            <p:cNvSpPr/>
            <p:nvPr/>
          </p:nvSpPr>
          <p:spPr>
            <a:xfrm>
              <a:off x="0" y="0"/>
              <a:ext cx="3810000" cy="743535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1" name="Rectangle: Rounded Corners 4">
              <a:extLst>
                <a:ext uri="{FF2B5EF4-FFF2-40B4-BE49-F238E27FC236}">
                  <a16:creationId xmlns:a16="http://schemas.microsoft.com/office/drawing/2014/main" id="{1920F349-2834-3A94-FD8D-83F156BA6A09}"/>
                </a:ext>
              </a:extLst>
            </p:cNvPr>
            <p:cNvSpPr txBox="1"/>
            <p:nvPr/>
          </p:nvSpPr>
          <p:spPr>
            <a:xfrm>
              <a:off x="36296" y="36296"/>
              <a:ext cx="3737408" cy="67094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18110" tIns="118110" rIns="118110" bIns="118110" numCol="1" spcCol="1270" anchor="ctr" anchorCtr="0">
              <a:noAutofit/>
            </a:bodyPr>
            <a:lstStyle/>
            <a:p>
              <a:pPr lvl="0" defTabSz="1377950" rtl="1">
                <a:spcBef>
                  <a:spcPct val="0"/>
                </a:spcBef>
                <a:spcAft>
                  <a:spcPct val="35000"/>
                </a:spcAft>
              </a:pPr>
              <a:r>
                <a:rPr lang="en-US" sz="2000" dirty="0" err="1"/>
                <a:t>ESP32</a:t>
              </a:r>
              <a:r>
                <a:rPr lang="en-US" sz="2000" dirty="0"/>
                <a:t> Interface with a </a:t>
              </a:r>
              <a:r>
                <a:rPr lang="en-US" sz="2000" dirty="0" err="1"/>
                <a:t>5V</a:t>
              </a:r>
              <a:r>
                <a:rPr lang="en-US" sz="2000" dirty="0"/>
                <a:t> Relay</a:t>
              </a:r>
              <a:endParaRPr lang="en-US" sz="2000" kern="1200" dirty="0"/>
            </a:p>
          </p:txBody>
        </p:sp>
      </p:grpSp>
      <p:sp>
        <p:nvSpPr>
          <p:cNvPr id="13" name="Rectangle: Diagonal Corners Snipped 12">
            <a:extLst>
              <a:ext uri="{FF2B5EF4-FFF2-40B4-BE49-F238E27FC236}">
                <a16:creationId xmlns:a16="http://schemas.microsoft.com/office/drawing/2014/main" id="{55A3DB90-EA22-FC0E-16D1-31FBD18E28BE}"/>
              </a:ext>
            </a:extLst>
          </p:cNvPr>
          <p:cNvSpPr/>
          <p:nvPr/>
        </p:nvSpPr>
        <p:spPr>
          <a:xfrm>
            <a:off x="2208212" y="2057400"/>
            <a:ext cx="2514600" cy="1600200"/>
          </a:xfrm>
          <a:prstGeom prst="snip2DiagRect">
            <a:avLst/>
          </a:prstGeom>
          <a:blipFill dpi="0" rotWithShape="1">
            <a:blip r:embed="rId7"/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15" name="Rectangle: Diagonal Corners Snipped 14">
            <a:extLst>
              <a:ext uri="{FF2B5EF4-FFF2-40B4-BE49-F238E27FC236}">
                <a16:creationId xmlns:a16="http://schemas.microsoft.com/office/drawing/2014/main" id="{4F65D100-70FD-9CA0-CA3D-6A4AC5F76CA6}"/>
              </a:ext>
            </a:extLst>
          </p:cNvPr>
          <p:cNvSpPr/>
          <p:nvPr/>
        </p:nvSpPr>
        <p:spPr>
          <a:xfrm>
            <a:off x="5332412" y="3962400"/>
            <a:ext cx="2667000" cy="1600200"/>
          </a:xfrm>
          <a:prstGeom prst="snip2DiagRect">
            <a:avLst/>
          </a:prstGeom>
          <a:blipFill>
            <a:blip r:embed="rId8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3480339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3C9BC941-C7E2-5B91-ACE5-B474A9B6C7B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0473108"/>
              </p:ext>
            </p:extLst>
          </p:nvPr>
        </p:nvGraphicFramePr>
        <p:xfrm>
          <a:off x="1188962" y="342900"/>
          <a:ext cx="2209800" cy="533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Flowchart: Process 7">
            <a:extLst>
              <a:ext uri="{FF2B5EF4-FFF2-40B4-BE49-F238E27FC236}">
                <a16:creationId xmlns:a16="http://schemas.microsoft.com/office/drawing/2014/main" id="{9D5D4E3B-0923-776F-A1A5-DCA102E906DC}"/>
              </a:ext>
            </a:extLst>
          </p:cNvPr>
          <p:cNvSpPr/>
          <p:nvPr/>
        </p:nvSpPr>
        <p:spPr>
          <a:xfrm>
            <a:off x="4722812" y="533400"/>
            <a:ext cx="2743200" cy="2743200"/>
          </a:xfrm>
          <a:prstGeom prst="flowChartProcess">
            <a:avLst/>
          </a:prstGeom>
          <a:blipFill>
            <a:blip r:embed="rId7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10" name="Flowchart: Process 9">
            <a:extLst>
              <a:ext uri="{FF2B5EF4-FFF2-40B4-BE49-F238E27FC236}">
                <a16:creationId xmlns:a16="http://schemas.microsoft.com/office/drawing/2014/main" id="{FEF87AA2-7A02-4C02-6906-78EC1E6E57DD}"/>
              </a:ext>
            </a:extLst>
          </p:cNvPr>
          <p:cNvSpPr/>
          <p:nvPr/>
        </p:nvSpPr>
        <p:spPr>
          <a:xfrm>
            <a:off x="2360612" y="3505200"/>
            <a:ext cx="2743200" cy="2743200"/>
          </a:xfrm>
          <a:prstGeom prst="flowChartProcess">
            <a:avLst/>
          </a:prstGeom>
          <a:blipFill>
            <a:blip r:embed="rId8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12" name="Flowchart: Process 11">
            <a:extLst>
              <a:ext uri="{FF2B5EF4-FFF2-40B4-BE49-F238E27FC236}">
                <a16:creationId xmlns:a16="http://schemas.microsoft.com/office/drawing/2014/main" id="{A0B18B4A-93EA-A7B7-11BE-733B6EB72488}"/>
              </a:ext>
            </a:extLst>
          </p:cNvPr>
          <p:cNvSpPr/>
          <p:nvPr/>
        </p:nvSpPr>
        <p:spPr>
          <a:xfrm>
            <a:off x="7085012" y="3505200"/>
            <a:ext cx="2743200" cy="2743200"/>
          </a:xfrm>
          <a:prstGeom prst="flowChartProcess">
            <a:avLst/>
          </a:prstGeom>
          <a:blipFill>
            <a:blip r:embed="rId9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14" name="Arrow: Bent 13">
            <a:extLst>
              <a:ext uri="{FF2B5EF4-FFF2-40B4-BE49-F238E27FC236}">
                <a16:creationId xmlns:a16="http://schemas.microsoft.com/office/drawing/2014/main" id="{E8B36EBF-C844-5E5A-4DE5-42096243E11C}"/>
              </a:ext>
            </a:extLst>
          </p:cNvPr>
          <p:cNvSpPr/>
          <p:nvPr/>
        </p:nvSpPr>
        <p:spPr>
          <a:xfrm rot="5400000">
            <a:off x="7720798" y="2133600"/>
            <a:ext cx="1066800" cy="1065376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  <p:sp>
        <p:nvSpPr>
          <p:cNvPr id="16" name="Arrow: Bent 15">
            <a:extLst>
              <a:ext uri="{FF2B5EF4-FFF2-40B4-BE49-F238E27FC236}">
                <a16:creationId xmlns:a16="http://schemas.microsoft.com/office/drawing/2014/main" id="{04AB48FA-4132-0301-3F29-7420761D426B}"/>
              </a:ext>
            </a:extLst>
          </p:cNvPr>
          <p:cNvSpPr/>
          <p:nvPr/>
        </p:nvSpPr>
        <p:spPr>
          <a:xfrm rot="16200000" flipH="1">
            <a:off x="3398050" y="2165646"/>
            <a:ext cx="1066800" cy="1065376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4319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292B4395-AE56-A4EA-9029-EB0DA4B0932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80976997"/>
              </p:ext>
            </p:extLst>
          </p:nvPr>
        </p:nvGraphicFramePr>
        <p:xfrm>
          <a:off x="1065212" y="384010"/>
          <a:ext cx="2284730" cy="482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35DDABFA-BF28-749D-BDE4-D999673C79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74414914"/>
              </p:ext>
            </p:extLst>
          </p:nvPr>
        </p:nvGraphicFramePr>
        <p:xfrm>
          <a:off x="379412" y="1447800"/>
          <a:ext cx="4038600" cy="4689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10" name="Flowchart: Process 9">
            <a:extLst>
              <a:ext uri="{FF2B5EF4-FFF2-40B4-BE49-F238E27FC236}">
                <a16:creationId xmlns:a16="http://schemas.microsoft.com/office/drawing/2014/main" id="{499FEB5A-FFAC-0AC6-2AF5-292423E2D748}"/>
              </a:ext>
            </a:extLst>
          </p:cNvPr>
          <p:cNvSpPr/>
          <p:nvPr/>
        </p:nvSpPr>
        <p:spPr>
          <a:xfrm>
            <a:off x="3960812" y="533400"/>
            <a:ext cx="3657600" cy="2667000"/>
          </a:xfrm>
          <a:prstGeom prst="flowChartProcess">
            <a:avLst/>
          </a:prstGeom>
          <a:blipFill>
            <a:blip r:embed="rId12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12" name="Flowchart: Process 11">
            <a:extLst>
              <a:ext uri="{FF2B5EF4-FFF2-40B4-BE49-F238E27FC236}">
                <a16:creationId xmlns:a16="http://schemas.microsoft.com/office/drawing/2014/main" id="{0BE752F9-EE35-5B3B-E096-8A24FBA1C015}"/>
              </a:ext>
            </a:extLst>
          </p:cNvPr>
          <p:cNvSpPr/>
          <p:nvPr/>
        </p:nvSpPr>
        <p:spPr>
          <a:xfrm>
            <a:off x="7985873" y="1852657"/>
            <a:ext cx="3657600" cy="2667000"/>
          </a:xfrm>
          <a:prstGeom prst="flowChartProcess">
            <a:avLst/>
          </a:prstGeom>
          <a:blipFill>
            <a:blip r:embed="rId13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14" name="Flowchart: Process 13">
            <a:extLst>
              <a:ext uri="{FF2B5EF4-FFF2-40B4-BE49-F238E27FC236}">
                <a16:creationId xmlns:a16="http://schemas.microsoft.com/office/drawing/2014/main" id="{7CE8755C-3580-9793-BBAF-E31DD3360D4B}"/>
              </a:ext>
            </a:extLst>
          </p:cNvPr>
          <p:cNvSpPr/>
          <p:nvPr/>
        </p:nvSpPr>
        <p:spPr>
          <a:xfrm>
            <a:off x="3959543" y="3886200"/>
            <a:ext cx="3657600" cy="2667000"/>
          </a:xfrm>
          <a:prstGeom prst="flowChartProcess">
            <a:avLst/>
          </a:prstGeom>
          <a:blipFill>
            <a:blip r:embed="rId14"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99530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541D5BE0-F76E-714B-920F-F5373712062E}"/>
              </a:ext>
            </a:extLst>
          </p:cNvPr>
          <p:cNvGrpSpPr/>
          <p:nvPr/>
        </p:nvGrpSpPr>
        <p:grpSpPr>
          <a:xfrm>
            <a:off x="989012" y="421965"/>
            <a:ext cx="3924300" cy="527670"/>
            <a:chOff x="0" y="0"/>
            <a:chExt cx="2209800" cy="527670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2060FB01-A4C4-5809-CC4E-8B35523ADC49}"/>
                </a:ext>
              </a:extLst>
            </p:cNvPr>
            <p:cNvSpPr/>
            <p:nvPr/>
          </p:nvSpPr>
          <p:spPr>
            <a:xfrm>
              <a:off x="0" y="0"/>
              <a:ext cx="2209800" cy="52767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" name="Rectangle: Rounded Corners 4">
              <a:extLst>
                <a:ext uri="{FF2B5EF4-FFF2-40B4-BE49-F238E27FC236}">
                  <a16:creationId xmlns:a16="http://schemas.microsoft.com/office/drawing/2014/main" id="{C37A650B-689F-7C51-A839-4D1FFEFA82A4}"/>
                </a:ext>
              </a:extLst>
            </p:cNvPr>
            <p:cNvSpPr txBox="1"/>
            <p:nvPr/>
          </p:nvSpPr>
          <p:spPr>
            <a:xfrm>
              <a:off x="25759" y="25759"/>
              <a:ext cx="2158282" cy="476152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83820" tIns="83820" rIns="83820" bIns="83820" numCol="1" spcCol="1270" anchor="ctr" anchorCtr="0">
              <a:noAutofit/>
            </a:bodyPr>
            <a:lstStyle/>
            <a:p>
              <a:pPr lvl="0" algn="ctr" defTabSz="977900" rtl="1">
                <a:spcBef>
                  <a:spcPct val="0"/>
                </a:spcBef>
                <a:spcAft>
                  <a:spcPct val="35000"/>
                </a:spcAft>
              </a:pPr>
              <a:r>
                <a:rPr lang="en-US" sz="2000" dirty="0"/>
                <a:t>Browser-Based Firmware Update</a:t>
              </a:r>
              <a:endParaRPr lang="en-US" sz="2200" kern="1200" dirty="0"/>
            </a:p>
          </p:txBody>
        </p:sp>
      </p:grp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03217D27-C198-84A4-A5AE-B4BE86BB8D6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33938726"/>
              </p:ext>
            </p:extLst>
          </p:nvPr>
        </p:nvGraphicFramePr>
        <p:xfrm>
          <a:off x="6475412" y="533400"/>
          <a:ext cx="5181599" cy="59940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F46E98D2-E887-ED4D-12D6-381966C7C6D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07906" y="1622499"/>
            <a:ext cx="3687504" cy="2057456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2E2B2DC-BDB4-172B-B2A8-AEB0A2E2966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27614" y="4345698"/>
            <a:ext cx="3767796" cy="2057456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sp>
        <p:nvSpPr>
          <p:cNvPr id="12" name="Arrow: Down 11">
            <a:extLst>
              <a:ext uri="{FF2B5EF4-FFF2-40B4-BE49-F238E27FC236}">
                <a16:creationId xmlns:a16="http://schemas.microsoft.com/office/drawing/2014/main" id="{341E230C-CC5C-CE8A-CCD1-85F2F34AFBA7}"/>
              </a:ext>
            </a:extLst>
          </p:cNvPr>
          <p:cNvSpPr/>
          <p:nvPr/>
        </p:nvSpPr>
        <p:spPr>
          <a:xfrm>
            <a:off x="3744812" y="3860426"/>
            <a:ext cx="533400" cy="3048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</p:spTree>
    <p:extLst>
      <p:ext uri="{BB962C8B-B14F-4D97-AF65-F5344CB8AC3E}">
        <p14:creationId xmlns:p14="http://schemas.microsoft.com/office/powerpoint/2010/main" val="1942705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702A4DB1-F5CC-83CF-A243-9EB40032E044}"/>
              </a:ext>
            </a:extLst>
          </p:cNvPr>
          <p:cNvGrpSpPr/>
          <p:nvPr/>
        </p:nvGrpSpPr>
        <p:grpSpPr>
          <a:xfrm>
            <a:off x="1065212" y="5867400"/>
            <a:ext cx="10134600" cy="642600"/>
            <a:chOff x="0" y="18179"/>
            <a:chExt cx="10439400" cy="1099800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FD01A13F-24B8-2EFE-5B34-1F1A1A66CD5A}"/>
                </a:ext>
              </a:extLst>
            </p:cNvPr>
            <p:cNvSpPr/>
            <p:nvPr/>
          </p:nvSpPr>
          <p:spPr>
            <a:xfrm>
              <a:off x="0" y="18179"/>
              <a:ext cx="10439400" cy="1099800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" name="Rectangle: Rounded Corners 4">
              <a:extLst>
                <a:ext uri="{FF2B5EF4-FFF2-40B4-BE49-F238E27FC236}">
                  <a16:creationId xmlns:a16="http://schemas.microsoft.com/office/drawing/2014/main" id="{F2E9F94B-7243-5975-3604-8A35AF8A6FC6}"/>
                </a:ext>
              </a:extLst>
            </p:cNvPr>
            <p:cNvSpPr txBox="1"/>
            <p:nvPr/>
          </p:nvSpPr>
          <p:spPr>
            <a:xfrm>
              <a:off x="53688" y="71867"/>
              <a:ext cx="10332024" cy="99242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6200" tIns="76200" rIns="76200" bIns="76200" numCol="1" spcCol="1270" anchor="ctr" anchorCtr="0">
              <a:noAutofit/>
            </a:bodyPr>
            <a:lstStyle/>
            <a:p>
              <a:r>
                <a:rPr lang="en-US" sz="1600" dirty="0"/>
                <a:t>Result: A complete embedded system for identification, access control, and attendance tracking, featuring local data storage, server communication, and Wi-Fi-based firmware updates.</a:t>
              </a:r>
            </a:p>
          </p:txBody>
        </p:sp>
      </p:grpSp>
      <p:pic>
        <p:nvPicPr>
          <p:cNvPr id="2" name="SP32-RFID-Attendance-system">
            <a:hlinkClick r:id="" action="ppaction://media"/>
            <a:extLst>
              <a:ext uri="{FF2B5EF4-FFF2-40B4-BE49-F238E27FC236}">
                <a16:creationId xmlns:a16="http://schemas.microsoft.com/office/drawing/2014/main" id="{6457BF54-756E-B0F2-F024-DDC1A9AA753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71185" y="152400"/>
            <a:ext cx="9846454" cy="5538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74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65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10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Triple circuit lines presentation (widescreen)</Template>
  <TotalTime>73</TotalTime>
  <Words>509</Words>
  <Application>Microsoft Office PowerPoint</Application>
  <PresentationFormat>Custom</PresentationFormat>
  <Paragraphs>136</Paragraphs>
  <Slides>15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Tech 16x9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diakov.net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 Ahmadi</dc:creator>
  <cp:lastModifiedBy>Ali Ahmadi</cp:lastModifiedBy>
  <cp:revision>2</cp:revision>
  <dcterms:created xsi:type="dcterms:W3CDTF">2026-10-11T02:24:25Z</dcterms:created>
  <dcterms:modified xsi:type="dcterms:W3CDTF">2026-10-17T17:42:56Z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